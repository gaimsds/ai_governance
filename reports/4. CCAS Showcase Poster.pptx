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60" r:id="rId5"/>
  </p:sldMasterIdLst>
  <p:notesMasterIdLst>
    <p:notesMasterId r:id="rId6"/>
  </p:notesMasterIdLst>
  <p:sldIdLst>
    <p:sldId id="256" r:id="rId7"/>
  </p:sldIdLst>
  <p:sldSz cy="32918400" cx="438912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368">
          <p15:clr>
            <a:srgbClr val="747775"/>
          </p15:clr>
        </p15:guide>
        <p15:guide id="2" pos="13824">
          <p15:clr>
            <a:srgbClr val="747775"/>
          </p15:clr>
        </p15:guide>
      </p15:sldGuideLst>
    </p:ext>
    <p:ext uri="GoogleSlidesCustomDataVersion2">
      <go:slidesCustomData xmlns:go="http://customooxmlschemas.google.com/" r:id="rId8" roundtripDataSignature="AMtx7mhe7LJiryoMbtvmsnvPRwXmpx8K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368" orient="horz"/>
        <p:guide pos="13824"/>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58"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ctrTitle"/>
          </p:nvPr>
        </p:nvSpPr>
        <p:spPr>
          <a:xfrm>
            <a:off x="3291840" y="10226042"/>
            <a:ext cx="37307520" cy="7056120"/>
          </a:xfrm>
          <a:prstGeom prst="rect">
            <a:avLst/>
          </a:prstGeom>
          <a:noFill/>
          <a:ln>
            <a:noFill/>
          </a:ln>
        </p:spPr>
        <p:txBody>
          <a:bodyPr anchorCtr="0" anchor="ctr" bIns="250800" lIns="501600" spcFirstLastPara="1" rIns="501600" wrap="square" tIns="2508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3"/>
          <p:cNvSpPr txBox="1"/>
          <p:nvPr>
            <p:ph idx="1" type="subTitle"/>
          </p:nvPr>
        </p:nvSpPr>
        <p:spPr>
          <a:xfrm>
            <a:off x="6583680" y="18653760"/>
            <a:ext cx="30723840" cy="8412480"/>
          </a:xfrm>
          <a:prstGeom prst="rect">
            <a:avLst/>
          </a:prstGeom>
          <a:noFill/>
          <a:ln>
            <a:noFill/>
          </a:ln>
        </p:spPr>
        <p:txBody>
          <a:bodyPr anchorCtr="0" anchor="t" bIns="250800" lIns="501600" spcFirstLastPara="1" rIns="501600" wrap="square" tIns="250800">
            <a:normAutofit/>
          </a:bodyPr>
          <a:lstStyle>
            <a:lvl1pPr lvl="0" algn="ctr">
              <a:lnSpc>
                <a:spcPct val="100000"/>
              </a:lnSpc>
              <a:spcBef>
                <a:spcPts val="3520"/>
              </a:spcBef>
              <a:spcAft>
                <a:spcPts val="0"/>
              </a:spcAft>
              <a:buClr>
                <a:srgbClr val="888888"/>
              </a:buClr>
              <a:buSzPts val="17600"/>
              <a:buNone/>
              <a:defRPr>
                <a:solidFill>
                  <a:srgbClr val="888888"/>
                </a:solidFill>
              </a:defRPr>
            </a:lvl1pPr>
            <a:lvl2pPr lvl="1" algn="ctr">
              <a:lnSpc>
                <a:spcPct val="100000"/>
              </a:lnSpc>
              <a:spcBef>
                <a:spcPts val="3080"/>
              </a:spcBef>
              <a:spcAft>
                <a:spcPts val="0"/>
              </a:spcAft>
              <a:buClr>
                <a:srgbClr val="888888"/>
              </a:buClr>
              <a:buSzPts val="15400"/>
              <a:buNone/>
              <a:defRPr>
                <a:solidFill>
                  <a:srgbClr val="888888"/>
                </a:solidFill>
              </a:defRPr>
            </a:lvl2pPr>
            <a:lvl3pPr lvl="2" algn="ctr">
              <a:lnSpc>
                <a:spcPct val="100000"/>
              </a:lnSpc>
              <a:spcBef>
                <a:spcPts val="2640"/>
              </a:spcBef>
              <a:spcAft>
                <a:spcPts val="0"/>
              </a:spcAft>
              <a:buClr>
                <a:srgbClr val="888888"/>
              </a:buClr>
              <a:buSzPts val="13200"/>
              <a:buNone/>
              <a:defRPr>
                <a:solidFill>
                  <a:srgbClr val="888888"/>
                </a:solidFill>
              </a:defRPr>
            </a:lvl3pPr>
            <a:lvl4pPr lvl="3" algn="ctr">
              <a:lnSpc>
                <a:spcPct val="100000"/>
              </a:lnSpc>
              <a:spcBef>
                <a:spcPts val="2200"/>
              </a:spcBef>
              <a:spcAft>
                <a:spcPts val="0"/>
              </a:spcAft>
              <a:buClr>
                <a:srgbClr val="888888"/>
              </a:buClr>
              <a:buSzPts val="11000"/>
              <a:buNone/>
              <a:defRPr>
                <a:solidFill>
                  <a:srgbClr val="888888"/>
                </a:solidFill>
              </a:defRPr>
            </a:lvl4pPr>
            <a:lvl5pPr lvl="4" algn="ctr">
              <a:lnSpc>
                <a:spcPct val="100000"/>
              </a:lnSpc>
              <a:spcBef>
                <a:spcPts val="2200"/>
              </a:spcBef>
              <a:spcAft>
                <a:spcPts val="0"/>
              </a:spcAft>
              <a:buClr>
                <a:srgbClr val="888888"/>
              </a:buClr>
              <a:buSzPts val="11000"/>
              <a:buNone/>
              <a:defRPr>
                <a:solidFill>
                  <a:srgbClr val="888888"/>
                </a:solidFill>
              </a:defRPr>
            </a:lvl5pPr>
            <a:lvl6pPr lvl="5" algn="ctr">
              <a:lnSpc>
                <a:spcPct val="100000"/>
              </a:lnSpc>
              <a:spcBef>
                <a:spcPts val="2200"/>
              </a:spcBef>
              <a:spcAft>
                <a:spcPts val="0"/>
              </a:spcAft>
              <a:buClr>
                <a:srgbClr val="888888"/>
              </a:buClr>
              <a:buSzPts val="11000"/>
              <a:buNone/>
              <a:defRPr>
                <a:solidFill>
                  <a:srgbClr val="888888"/>
                </a:solidFill>
              </a:defRPr>
            </a:lvl6pPr>
            <a:lvl7pPr lvl="6" algn="ctr">
              <a:lnSpc>
                <a:spcPct val="100000"/>
              </a:lnSpc>
              <a:spcBef>
                <a:spcPts val="2200"/>
              </a:spcBef>
              <a:spcAft>
                <a:spcPts val="0"/>
              </a:spcAft>
              <a:buClr>
                <a:srgbClr val="888888"/>
              </a:buClr>
              <a:buSzPts val="11000"/>
              <a:buNone/>
              <a:defRPr>
                <a:solidFill>
                  <a:srgbClr val="888888"/>
                </a:solidFill>
              </a:defRPr>
            </a:lvl7pPr>
            <a:lvl8pPr lvl="7" algn="ctr">
              <a:lnSpc>
                <a:spcPct val="100000"/>
              </a:lnSpc>
              <a:spcBef>
                <a:spcPts val="2200"/>
              </a:spcBef>
              <a:spcAft>
                <a:spcPts val="0"/>
              </a:spcAft>
              <a:buClr>
                <a:srgbClr val="888888"/>
              </a:buClr>
              <a:buSzPts val="11000"/>
              <a:buNone/>
              <a:defRPr>
                <a:solidFill>
                  <a:srgbClr val="888888"/>
                </a:solidFill>
              </a:defRPr>
            </a:lvl8pPr>
            <a:lvl9pPr lvl="8" algn="ctr">
              <a:lnSpc>
                <a:spcPct val="100000"/>
              </a:lnSpc>
              <a:spcBef>
                <a:spcPts val="2200"/>
              </a:spcBef>
              <a:spcAft>
                <a:spcPts val="0"/>
              </a:spcAft>
              <a:buClr>
                <a:srgbClr val="888888"/>
              </a:buClr>
              <a:buSzPts val="11000"/>
              <a:buNone/>
              <a:defRPr>
                <a:solidFill>
                  <a:srgbClr val="888888"/>
                </a:solidFill>
              </a:defRPr>
            </a:lvl9pPr>
          </a:lstStyle>
          <a:p/>
        </p:txBody>
      </p:sp>
      <p:sp>
        <p:nvSpPr>
          <p:cNvPr id="14" name="Google Shape;14;p3"/>
          <p:cNvSpPr txBox="1"/>
          <p:nvPr>
            <p:ph idx="10" type="dt"/>
          </p:nvPr>
        </p:nvSpPr>
        <p:spPr>
          <a:xfrm>
            <a:off x="2194560" y="30510482"/>
            <a:ext cx="10241280" cy="1752600"/>
          </a:xfrm>
          <a:prstGeom prst="rect">
            <a:avLst/>
          </a:prstGeom>
          <a:noFill/>
          <a:ln>
            <a:noFill/>
          </a:ln>
        </p:spPr>
        <p:txBody>
          <a:bodyPr anchorCtr="0" anchor="ctr" bIns="250800" lIns="501600" spcFirstLastPara="1" rIns="501600" wrap="square" tIns="250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3"/>
          <p:cNvSpPr txBox="1"/>
          <p:nvPr>
            <p:ph idx="11" type="ftr"/>
          </p:nvPr>
        </p:nvSpPr>
        <p:spPr>
          <a:xfrm>
            <a:off x="14996160" y="30510482"/>
            <a:ext cx="13898880" cy="1752600"/>
          </a:xfrm>
          <a:prstGeom prst="rect">
            <a:avLst/>
          </a:prstGeom>
          <a:noFill/>
          <a:ln>
            <a:noFill/>
          </a:ln>
        </p:spPr>
        <p:txBody>
          <a:bodyPr anchorCtr="0" anchor="ctr" bIns="250800" lIns="501600" spcFirstLastPara="1" rIns="501600" wrap="square" tIns="2508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3"/>
          <p:cNvSpPr txBox="1"/>
          <p:nvPr>
            <p:ph idx="12" type="sldNum"/>
          </p:nvPr>
        </p:nvSpPr>
        <p:spPr>
          <a:xfrm>
            <a:off x="31455360" y="30510482"/>
            <a:ext cx="10241280" cy="1752600"/>
          </a:xfrm>
          <a:prstGeom prst="rect">
            <a:avLst/>
          </a:prstGeom>
          <a:noFill/>
          <a:ln>
            <a:noFill/>
          </a:ln>
        </p:spPr>
        <p:txBody>
          <a:bodyPr anchorCtr="0" anchor="ctr" bIns="250800" lIns="501600" spcFirstLastPara="1" rIns="501600" wrap="square" tIns="250800">
            <a:noAutofit/>
          </a:bodyPr>
          <a:lstStyle>
            <a:lvl1pPr indent="0" lvl="0"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4"/>
          <p:cNvSpPr txBox="1"/>
          <p:nvPr>
            <p:ph type="title"/>
          </p:nvPr>
        </p:nvSpPr>
        <p:spPr>
          <a:xfrm>
            <a:off x="2194560" y="1318262"/>
            <a:ext cx="39502080" cy="5486400"/>
          </a:xfrm>
          <a:prstGeom prst="rect">
            <a:avLst/>
          </a:prstGeom>
          <a:noFill/>
          <a:ln>
            <a:noFill/>
          </a:ln>
        </p:spPr>
        <p:txBody>
          <a:bodyPr anchorCtr="0" anchor="ctr" bIns="250800" lIns="501600" spcFirstLastPara="1" rIns="501600" wrap="square" tIns="2508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
          <p:cNvSpPr txBox="1"/>
          <p:nvPr>
            <p:ph idx="1" type="body"/>
          </p:nvPr>
        </p:nvSpPr>
        <p:spPr>
          <a:xfrm>
            <a:off x="2194560" y="7680963"/>
            <a:ext cx="39502080" cy="21724622"/>
          </a:xfrm>
          <a:prstGeom prst="rect">
            <a:avLst/>
          </a:prstGeom>
          <a:noFill/>
          <a:ln>
            <a:noFill/>
          </a:ln>
        </p:spPr>
        <p:txBody>
          <a:bodyPr anchorCtr="0" anchor="t" bIns="250800" lIns="501600" spcFirstLastPara="1" rIns="501600" wrap="square" tIns="2508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 name="Google Shape;20;p4"/>
          <p:cNvSpPr txBox="1"/>
          <p:nvPr>
            <p:ph idx="10" type="dt"/>
          </p:nvPr>
        </p:nvSpPr>
        <p:spPr>
          <a:xfrm>
            <a:off x="2194560" y="30510482"/>
            <a:ext cx="10241280" cy="1752600"/>
          </a:xfrm>
          <a:prstGeom prst="rect">
            <a:avLst/>
          </a:prstGeom>
          <a:noFill/>
          <a:ln>
            <a:noFill/>
          </a:ln>
        </p:spPr>
        <p:txBody>
          <a:bodyPr anchorCtr="0" anchor="ctr" bIns="250800" lIns="501600" spcFirstLastPara="1" rIns="501600" wrap="square" tIns="250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4"/>
          <p:cNvSpPr txBox="1"/>
          <p:nvPr>
            <p:ph idx="11" type="ftr"/>
          </p:nvPr>
        </p:nvSpPr>
        <p:spPr>
          <a:xfrm>
            <a:off x="14996160" y="30510482"/>
            <a:ext cx="13898880" cy="1752600"/>
          </a:xfrm>
          <a:prstGeom prst="rect">
            <a:avLst/>
          </a:prstGeom>
          <a:noFill/>
          <a:ln>
            <a:noFill/>
          </a:ln>
        </p:spPr>
        <p:txBody>
          <a:bodyPr anchorCtr="0" anchor="ctr" bIns="250800" lIns="501600" spcFirstLastPara="1" rIns="501600" wrap="square" tIns="2508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4"/>
          <p:cNvSpPr txBox="1"/>
          <p:nvPr>
            <p:ph idx="12" type="sldNum"/>
          </p:nvPr>
        </p:nvSpPr>
        <p:spPr>
          <a:xfrm>
            <a:off x="31455360" y="30510482"/>
            <a:ext cx="10241280" cy="1752600"/>
          </a:xfrm>
          <a:prstGeom prst="rect">
            <a:avLst/>
          </a:prstGeom>
          <a:noFill/>
          <a:ln>
            <a:noFill/>
          </a:ln>
        </p:spPr>
        <p:txBody>
          <a:bodyPr anchorCtr="0" anchor="ctr" bIns="250800" lIns="501600" spcFirstLastPara="1" rIns="501600" wrap="square" tIns="250800">
            <a:noAutofit/>
          </a:bodyPr>
          <a:lstStyle>
            <a:lvl1pPr indent="0" lvl="0"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5"/>
          <p:cNvSpPr txBox="1"/>
          <p:nvPr>
            <p:ph type="title"/>
          </p:nvPr>
        </p:nvSpPr>
        <p:spPr>
          <a:xfrm>
            <a:off x="3467101" y="21153122"/>
            <a:ext cx="37307520" cy="6537960"/>
          </a:xfrm>
          <a:prstGeom prst="rect">
            <a:avLst/>
          </a:prstGeom>
          <a:noFill/>
          <a:ln>
            <a:noFill/>
          </a:ln>
        </p:spPr>
        <p:txBody>
          <a:bodyPr anchorCtr="0" anchor="t" bIns="250800" lIns="501600" spcFirstLastPara="1" rIns="501600" wrap="square" tIns="250800">
            <a:normAutofit/>
          </a:bodyPr>
          <a:lstStyle>
            <a:lvl1pPr lvl="0" algn="l">
              <a:lnSpc>
                <a:spcPct val="100000"/>
              </a:lnSpc>
              <a:spcBef>
                <a:spcPts val="0"/>
              </a:spcBef>
              <a:spcAft>
                <a:spcPts val="0"/>
              </a:spcAft>
              <a:buClr>
                <a:schemeClr val="dk1"/>
              </a:buClr>
              <a:buSzPts val="21900"/>
              <a:buFont typeface="Calibri"/>
              <a:buNone/>
              <a:defRPr b="1" sz="219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
          <p:cNvSpPr txBox="1"/>
          <p:nvPr>
            <p:ph idx="1" type="body"/>
          </p:nvPr>
        </p:nvSpPr>
        <p:spPr>
          <a:xfrm>
            <a:off x="3467101" y="13952226"/>
            <a:ext cx="37307520" cy="7200898"/>
          </a:xfrm>
          <a:prstGeom prst="rect">
            <a:avLst/>
          </a:prstGeom>
          <a:noFill/>
          <a:ln>
            <a:noFill/>
          </a:ln>
        </p:spPr>
        <p:txBody>
          <a:bodyPr anchorCtr="0" anchor="b" bIns="250800" lIns="501600" spcFirstLastPara="1" rIns="501600" wrap="square" tIns="250800">
            <a:normAutofit/>
          </a:bodyPr>
          <a:lstStyle>
            <a:lvl1pPr indent="-228600" lvl="0" marL="457200" algn="l">
              <a:lnSpc>
                <a:spcPct val="100000"/>
              </a:lnSpc>
              <a:spcBef>
                <a:spcPts val="2200"/>
              </a:spcBef>
              <a:spcAft>
                <a:spcPts val="0"/>
              </a:spcAft>
              <a:buClr>
                <a:srgbClr val="888888"/>
              </a:buClr>
              <a:buSzPts val="11000"/>
              <a:buNone/>
              <a:defRPr sz="11000">
                <a:solidFill>
                  <a:srgbClr val="888888"/>
                </a:solidFill>
              </a:defRPr>
            </a:lvl1pPr>
            <a:lvl2pPr indent="-228600" lvl="1" marL="914400" algn="l">
              <a:lnSpc>
                <a:spcPct val="100000"/>
              </a:lnSpc>
              <a:spcBef>
                <a:spcPts val="1980"/>
              </a:spcBef>
              <a:spcAft>
                <a:spcPts val="0"/>
              </a:spcAft>
              <a:buClr>
                <a:srgbClr val="888888"/>
              </a:buClr>
              <a:buSzPts val="9900"/>
              <a:buNone/>
              <a:defRPr sz="9900">
                <a:solidFill>
                  <a:srgbClr val="888888"/>
                </a:solidFill>
              </a:defRPr>
            </a:lvl2pPr>
            <a:lvl3pPr indent="-228600" lvl="2" marL="1371600" algn="l">
              <a:lnSpc>
                <a:spcPct val="100000"/>
              </a:lnSpc>
              <a:spcBef>
                <a:spcPts val="1760"/>
              </a:spcBef>
              <a:spcAft>
                <a:spcPts val="0"/>
              </a:spcAft>
              <a:buClr>
                <a:srgbClr val="888888"/>
              </a:buClr>
              <a:buSzPts val="8800"/>
              <a:buNone/>
              <a:defRPr sz="8800">
                <a:solidFill>
                  <a:srgbClr val="888888"/>
                </a:solidFill>
              </a:defRPr>
            </a:lvl3pPr>
            <a:lvl4pPr indent="-228600" lvl="3" marL="1828800" algn="l">
              <a:lnSpc>
                <a:spcPct val="100000"/>
              </a:lnSpc>
              <a:spcBef>
                <a:spcPts val="1540"/>
              </a:spcBef>
              <a:spcAft>
                <a:spcPts val="0"/>
              </a:spcAft>
              <a:buClr>
                <a:srgbClr val="888888"/>
              </a:buClr>
              <a:buSzPts val="7700"/>
              <a:buNone/>
              <a:defRPr sz="7700">
                <a:solidFill>
                  <a:srgbClr val="888888"/>
                </a:solidFill>
              </a:defRPr>
            </a:lvl4pPr>
            <a:lvl5pPr indent="-228600" lvl="4" marL="2286000" algn="l">
              <a:lnSpc>
                <a:spcPct val="100000"/>
              </a:lnSpc>
              <a:spcBef>
                <a:spcPts val="1540"/>
              </a:spcBef>
              <a:spcAft>
                <a:spcPts val="0"/>
              </a:spcAft>
              <a:buClr>
                <a:srgbClr val="888888"/>
              </a:buClr>
              <a:buSzPts val="7700"/>
              <a:buNone/>
              <a:defRPr sz="7700">
                <a:solidFill>
                  <a:srgbClr val="888888"/>
                </a:solidFill>
              </a:defRPr>
            </a:lvl5pPr>
            <a:lvl6pPr indent="-228600" lvl="5" marL="2743200" algn="l">
              <a:lnSpc>
                <a:spcPct val="100000"/>
              </a:lnSpc>
              <a:spcBef>
                <a:spcPts val="1540"/>
              </a:spcBef>
              <a:spcAft>
                <a:spcPts val="0"/>
              </a:spcAft>
              <a:buClr>
                <a:srgbClr val="888888"/>
              </a:buClr>
              <a:buSzPts val="7700"/>
              <a:buNone/>
              <a:defRPr sz="7700">
                <a:solidFill>
                  <a:srgbClr val="888888"/>
                </a:solidFill>
              </a:defRPr>
            </a:lvl6pPr>
            <a:lvl7pPr indent="-228600" lvl="6" marL="3200400" algn="l">
              <a:lnSpc>
                <a:spcPct val="100000"/>
              </a:lnSpc>
              <a:spcBef>
                <a:spcPts val="1540"/>
              </a:spcBef>
              <a:spcAft>
                <a:spcPts val="0"/>
              </a:spcAft>
              <a:buClr>
                <a:srgbClr val="888888"/>
              </a:buClr>
              <a:buSzPts val="7700"/>
              <a:buNone/>
              <a:defRPr sz="7700">
                <a:solidFill>
                  <a:srgbClr val="888888"/>
                </a:solidFill>
              </a:defRPr>
            </a:lvl7pPr>
            <a:lvl8pPr indent="-228600" lvl="7" marL="3657600" algn="l">
              <a:lnSpc>
                <a:spcPct val="100000"/>
              </a:lnSpc>
              <a:spcBef>
                <a:spcPts val="1540"/>
              </a:spcBef>
              <a:spcAft>
                <a:spcPts val="0"/>
              </a:spcAft>
              <a:buClr>
                <a:srgbClr val="888888"/>
              </a:buClr>
              <a:buSzPts val="7700"/>
              <a:buNone/>
              <a:defRPr sz="7700">
                <a:solidFill>
                  <a:srgbClr val="888888"/>
                </a:solidFill>
              </a:defRPr>
            </a:lvl8pPr>
            <a:lvl9pPr indent="-228600" lvl="8" marL="4114800" algn="l">
              <a:lnSpc>
                <a:spcPct val="100000"/>
              </a:lnSpc>
              <a:spcBef>
                <a:spcPts val="1540"/>
              </a:spcBef>
              <a:spcAft>
                <a:spcPts val="0"/>
              </a:spcAft>
              <a:buClr>
                <a:srgbClr val="888888"/>
              </a:buClr>
              <a:buSzPts val="7700"/>
              <a:buNone/>
              <a:defRPr sz="7700">
                <a:solidFill>
                  <a:srgbClr val="888888"/>
                </a:solidFill>
              </a:defRPr>
            </a:lvl9pPr>
          </a:lstStyle>
          <a:p/>
        </p:txBody>
      </p:sp>
      <p:sp>
        <p:nvSpPr>
          <p:cNvPr id="26" name="Google Shape;26;p5"/>
          <p:cNvSpPr txBox="1"/>
          <p:nvPr>
            <p:ph idx="10" type="dt"/>
          </p:nvPr>
        </p:nvSpPr>
        <p:spPr>
          <a:xfrm>
            <a:off x="2194560" y="30510482"/>
            <a:ext cx="10241280" cy="1752600"/>
          </a:xfrm>
          <a:prstGeom prst="rect">
            <a:avLst/>
          </a:prstGeom>
          <a:noFill/>
          <a:ln>
            <a:noFill/>
          </a:ln>
        </p:spPr>
        <p:txBody>
          <a:bodyPr anchorCtr="0" anchor="ctr" bIns="250800" lIns="501600" spcFirstLastPara="1" rIns="501600" wrap="square" tIns="250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5"/>
          <p:cNvSpPr txBox="1"/>
          <p:nvPr>
            <p:ph idx="11" type="ftr"/>
          </p:nvPr>
        </p:nvSpPr>
        <p:spPr>
          <a:xfrm>
            <a:off x="14996160" y="30510482"/>
            <a:ext cx="13898880" cy="1752600"/>
          </a:xfrm>
          <a:prstGeom prst="rect">
            <a:avLst/>
          </a:prstGeom>
          <a:noFill/>
          <a:ln>
            <a:noFill/>
          </a:ln>
        </p:spPr>
        <p:txBody>
          <a:bodyPr anchorCtr="0" anchor="ctr" bIns="250800" lIns="501600" spcFirstLastPara="1" rIns="501600" wrap="square" tIns="2508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5"/>
          <p:cNvSpPr txBox="1"/>
          <p:nvPr>
            <p:ph idx="12" type="sldNum"/>
          </p:nvPr>
        </p:nvSpPr>
        <p:spPr>
          <a:xfrm>
            <a:off x="31455360" y="30510482"/>
            <a:ext cx="10241280" cy="1752600"/>
          </a:xfrm>
          <a:prstGeom prst="rect">
            <a:avLst/>
          </a:prstGeom>
          <a:noFill/>
          <a:ln>
            <a:noFill/>
          </a:ln>
        </p:spPr>
        <p:txBody>
          <a:bodyPr anchorCtr="0" anchor="ctr" bIns="250800" lIns="501600" spcFirstLastPara="1" rIns="501600" wrap="square" tIns="250800">
            <a:noAutofit/>
          </a:bodyPr>
          <a:lstStyle>
            <a:lvl1pPr indent="0" lvl="0"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6"/>
          <p:cNvSpPr txBox="1"/>
          <p:nvPr>
            <p:ph type="title"/>
          </p:nvPr>
        </p:nvSpPr>
        <p:spPr>
          <a:xfrm>
            <a:off x="2194560" y="1318262"/>
            <a:ext cx="39502080" cy="5486400"/>
          </a:xfrm>
          <a:prstGeom prst="rect">
            <a:avLst/>
          </a:prstGeom>
          <a:noFill/>
          <a:ln>
            <a:noFill/>
          </a:ln>
        </p:spPr>
        <p:txBody>
          <a:bodyPr anchorCtr="0" anchor="ctr" bIns="250800" lIns="501600" spcFirstLastPara="1" rIns="501600" wrap="square" tIns="2508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6"/>
          <p:cNvSpPr txBox="1"/>
          <p:nvPr>
            <p:ph idx="1" type="body"/>
          </p:nvPr>
        </p:nvSpPr>
        <p:spPr>
          <a:xfrm>
            <a:off x="10530843" y="49156623"/>
            <a:ext cx="94442280" cy="139042138"/>
          </a:xfrm>
          <a:prstGeom prst="rect">
            <a:avLst/>
          </a:prstGeom>
          <a:noFill/>
          <a:ln>
            <a:noFill/>
          </a:ln>
        </p:spPr>
        <p:txBody>
          <a:bodyPr anchorCtr="0" anchor="t" bIns="250800" lIns="501600" spcFirstLastPara="1" rIns="501600" wrap="square" tIns="250800">
            <a:normAutofit/>
          </a:bodyPr>
          <a:lstStyle>
            <a:lvl1pPr indent="-1206500" lvl="0" marL="457200" algn="l">
              <a:lnSpc>
                <a:spcPct val="100000"/>
              </a:lnSpc>
              <a:spcBef>
                <a:spcPts val="3080"/>
              </a:spcBef>
              <a:spcAft>
                <a:spcPts val="0"/>
              </a:spcAft>
              <a:buClr>
                <a:schemeClr val="dk1"/>
              </a:buClr>
              <a:buSzPts val="15400"/>
              <a:buChar char="•"/>
              <a:defRPr sz="15400"/>
            </a:lvl1pPr>
            <a:lvl2pPr indent="-1066800" lvl="1" marL="914400" algn="l">
              <a:lnSpc>
                <a:spcPct val="100000"/>
              </a:lnSpc>
              <a:spcBef>
                <a:spcPts val="2640"/>
              </a:spcBef>
              <a:spcAft>
                <a:spcPts val="0"/>
              </a:spcAft>
              <a:buClr>
                <a:schemeClr val="dk1"/>
              </a:buClr>
              <a:buSzPts val="13200"/>
              <a:buChar char="–"/>
              <a:defRPr sz="13200"/>
            </a:lvl2pPr>
            <a:lvl3pPr indent="-927100" lvl="2" marL="1371600" algn="l">
              <a:lnSpc>
                <a:spcPct val="100000"/>
              </a:lnSpc>
              <a:spcBef>
                <a:spcPts val="2200"/>
              </a:spcBef>
              <a:spcAft>
                <a:spcPts val="0"/>
              </a:spcAft>
              <a:buClr>
                <a:schemeClr val="dk1"/>
              </a:buClr>
              <a:buSzPts val="11000"/>
              <a:buChar char="•"/>
              <a:defRPr sz="11000"/>
            </a:lvl3pPr>
            <a:lvl4pPr indent="-857250" lvl="3" marL="1828800" algn="l">
              <a:lnSpc>
                <a:spcPct val="100000"/>
              </a:lnSpc>
              <a:spcBef>
                <a:spcPts val="1980"/>
              </a:spcBef>
              <a:spcAft>
                <a:spcPts val="0"/>
              </a:spcAft>
              <a:buClr>
                <a:schemeClr val="dk1"/>
              </a:buClr>
              <a:buSzPts val="9900"/>
              <a:buChar char="–"/>
              <a:defRPr sz="9900"/>
            </a:lvl4pPr>
            <a:lvl5pPr indent="-857250" lvl="4" marL="2286000" algn="l">
              <a:lnSpc>
                <a:spcPct val="100000"/>
              </a:lnSpc>
              <a:spcBef>
                <a:spcPts val="1980"/>
              </a:spcBef>
              <a:spcAft>
                <a:spcPts val="0"/>
              </a:spcAft>
              <a:buClr>
                <a:schemeClr val="dk1"/>
              </a:buClr>
              <a:buSzPts val="9900"/>
              <a:buChar char="»"/>
              <a:defRPr sz="9900"/>
            </a:lvl5pPr>
            <a:lvl6pPr indent="-857250" lvl="5" marL="2743200" algn="l">
              <a:lnSpc>
                <a:spcPct val="100000"/>
              </a:lnSpc>
              <a:spcBef>
                <a:spcPts val="1980"/>
              </a:spcBef>
              <a:spcAft>
                <a:spcPts val="0"/>
              </a:spcAft>
              <a:buClr>
                <a:schemeClr val="dk1"/>
              </a:buClr>
              <a:buSzPts val="9900"/>
              <a:buChar char="•"/>
              <a:defRPr sz="9900"/>
            </a:lvl6pPr>
            <a:lvl7pPr indent="-857250" lvl="6" marL="3200400" algn="l">
              <a:lnSpc>
                <a:spcPct val="100000"/>
              </a:lnSpc>
              <a:spcBef>
                <a:spcPts val="1980"/>
              </a:spcBef>
              <a:spcAft>
                <a:spcPts val="0"/>
              </a:spcAft>
              <a:buClr>
                <a:schemeClr val="dk1"/>
              </a:buClr>
              <a:buSzPts val="9900"/>
              <a:buChar char="•"/>
              <a:defRPr sz="9900"/>
            </a:lvl7pPr>
            <a:lvl8pPr indent="-857250" lvl="7" marL="3657600" algn="l">
              <a:lnSpc>
                <a:spcPct val="100000"/>
              </a:lnSpc>
              <a:spcBef>
                <a:spcPts val="1980"/>
              </a:spcBef>
              <a:spcAft>
                <a:spcPts val="0"/>
              </a:spcAft>
              <a:buClr>
                <a:schemeClr val="dk1"/>
              </a:buClr>
              <a:buSzPts val="9900"/>
              <a:buChar char="•"/>
              <a:defRPr sz="9900"/>
            </a:lvl8pPr>
            <a:lvl9pPr indent="-857250" lvl="8" marL="4114800" algn="l">
              <a:lnSpc>
                <a:spcPct val="100000"/>
              </a:lnSpc>
              <a:spcBef>
                <a:spcPts val="1980"/>
              </a:spcBef>
              <a:spcAft>
                <a:spcPts val="0"/>
              </a:spcAft>
              <a:buClr>
                <a:schemeClr val="dk1"/>
              </a:buClr>
              <a:buSzPts val="9900"/>
              <a:buChar char="•"/>
              <a:defRPr sz="9900"/>
            </a:lvl9pPr>
          </a:lstStyle>
          <a:p/>
        </p:txBody>
      </p:sp>
      <p:sp>
        <p:nvSpPr>
          <p:cNvPr id="32" name="Google Shape;32;p6"/>
          <p:cNvSpPr txBox="1"/>
          <p:nvPr>
            <p:ph idx="2" type="body"/>
          </p:nvPr>
        </p:nvSpPr>
        <p:spPr>
          <a:xfrm>
            <a:off x="105704643" y="49156623"/>
            <a:ext cx="94442280" cy="139042138"/>
          </a:xfrm>
          <a:prstGeom prst="rect">
            <a:avLst/>
          </a:prstGeom>
          <a:noFill/>
          <a:ln>
            <a:noFill/>
          </a:ln>
        </p:spPr>
        <p:txBody>
          <a:bodyPr anchorCtr="0" anchor="t" bIns="250800" lIns="501600" spcFirstLastPara="1" rIns="501600" wrap="square" tIns="250800">
            <a:normAutofit/>
          </a:bodyPr>
          <a:lstStyle>
            <a:lvl1pPr indent="-1206500" lvl="0" marL="457200" algn="l">
              <a:lnSpc>
                <a:spcPct val="100000"/>
              </a:lnSpc>
              <a:spcBef>
                <a:spcPts val="3080"/>
              </a:spcBef>
              <a:spcAft>
                <a:spcPts val="0"/>
              </a:spcAft>
              <a:buClr>
                <a:schemeClr val="dk1"/>
              </a:buClr>
              <a:buSzPts val="15400"/>
              <a:buChar char="•"/>
              <a:defRPr sz="15400"/>
            </a:lvl1pPr>
            <a:lvl2pPr indent="-1066800" lvl="1" marL="914400" algn="l">
              <a:lnSpc>
                <a:spcPct val="100000"/>
              </a:lnSpc>
              <a:spcBef>
                <a:spcPts val="2640"/>
              </a:spcBef>
              <a:spcAft>
                <a:spcPts val="0"/>
              </a:spcAft>
              <a:buClr>
                <a:schemeClr val="dk1"/>
              </a:buClr>
              <a:buSzPts val="13200"/>
              <a:buChar char="–"/>
              <a:defRPr sz="13200"/>
            </a:lvl2pPr>
            <a:lvl3pPr indent="-927100" lvl="2" marL="1371600" algn="l">
              <a:lnSpc>
                <a:spcPct val="100000"/>
              </a:lnSpc>
              <a:spcBef>
                <a:spcPts val="2200"/>
              </a:spcBef>
              <a:spcAft>
                <a:spcPts val="0"/>
              </a:spcAft>
              <a:buClr>
                <a:schemeClr val="dk1"/>
              </a:buClr>
              <a:buSzPts val="11000"/>
              <a:buChar char="•"/>
              <a:defRPr sz="11000"/>
            </a:lvl3pPr>
            <a:lvl4pPr indent="-857250" lvl="3" marL="1828800" algn="l">
              <a:lnSpc>
                <a:spcPct val="100000"/>
              </a:lnSpc>
              <a:spcBef>
                <a:spcPts val="1980"/>
              </a:spcBef>
              <a:spcAft>
                <a:spcPts val="0"/>
              </a:spcAft>
              <a:buClr>
                <a:schemeClr val="dk1"/>
              </a:buClr>
              <a:buSzPts val="9900"/>
              <a:buChar char="–"/>
              <a:defRPr sz="9900"/>
            </a:lvl4pPr>
            <a:lvl5pPr indent="-857250" lvl="4" marL="2286000" algn="l">
              <a:lnSpc>
                <a:spcPct val="100000"/>
              </a:lnSpc>
              <a:spcBef>
                <a:spcPts val="1980"/>
              </a:spcBef>
              <a:spcAft>
                <a:spcPts val="0"/>
              </a:spcAft>
              <a:buClr>
                <a:schemeClr val="dk1"/>
              </a:buClr>
              <a:buSzPts val="9900"/>
              <a:buChar char="»"/>
              <a:defRPr sz="9900"/>
            </a:lvl5pPr>
            <a:lvl6pPr indent="-857250" lvl="5" marL="2743200" algn="l">
              <a:lnSpc>
                <a:spcPct val="100000"/>
              </a:lnSpc>
              <a:spcBef>
                <a:spcPts val="1980"/>
              </a:spcBef>
              <a:spcAft>
                <a:spcPts val="0"/>
              </a:spcAft>
              <a:buClr>
                <a:schemeClr val="dk1"/>
              </a:buClr>
              <a:buSzPts val="9900"/>
              <a:buChar char="•"/>
              <a:defRPr sz="9900"/>
            </a:lvl6pPr>
            <a:lvl7pPr indent="-857250" lvl="6" marL="3200400" algn="l">
              <a:lnSpc>
                <a:spcPct val="100000"/>
              </a:lnSpc>
              <a:spcBef>
                <a:spcPts val="1980"/>
              </a:spcBef>
              <a:spcAft>
                <a:spcPts val="0"/>
              </a:spcAft>
              <a:buClr>
                <a:schemeClr val="dk1"/>
              </a:buClr>
              <a:buSzPts val="9900"/>
              <a:buChar char="•"/>
              <a:defRPr sz="9900"/>
            </a:lvl7pPr>
            <a:lvl8pPr indent="-857250" lvl="7" marL="3657600" algn="l">
              <a:lnSpc>
                <a:spcPct val="100000"/>
              </a:lnSpc>
              <a:spcBef>
                <a:spcPts val="1980"/>
              </a:spcBef>
              <a:spcAft>
                <a:spcPts val="0"/>
              </a:spcAft>
              <a:buClr>
                <a:schemeClr val="dk1"/>
              </a:buClr>
              <a:buSzPts val="9900"/>
              <a:buChar char="•"/>
              <a:defRPr sz="9900"/>
            </a:lvl8pPr>
            <a:lvl9pPr indent="-857250" lvl="8" marL="4114800" algn="l">
              <a:lnSpc>
                <a:spcPct val="100000"/>
              </a:lnSpc>
              <a:spcBef>
                <a:spcPts val="1980"/>
              </a:spcBef>
              <a:spcAft>
                <a:spcPts val="0"/>
              </a:spcAft>
              <a:buClr>
                <a:schemeClr val="dk1"/>
              </a:buClr>
              <a:buSzPts val="9900"/>
              <a:buChar char="•"/>
              <a:defRPr sz="9900"/>
            </a:lvl9pPr>
          </a:lstStyle>
          <a:p/>
        </p:txBody>
      </p:sp>
      <p:sp>
        <p:nvSpPr>
          <p:cNvPr id="33" name="Google Shape;33;p6"/>
          <p:cNvSpPr txBox="1"/>
          <p:nvPr>
            <p:ph idx="10" type="dt"/>
          </p:nvPr>
        </p:nvSpPr>
        <p:spPr>
          <a:xfrm>
            <a:off x="2194560" y="30510482"/>
            <a:ext cx="10241280" cy="1752600"/>
          </a:xfrm>
          <a:prstGeom prst="rect">
            <a:avLst/>
          </a:prstGeom>
          <a:noFill/>
          <a:ln>
            <a:noFill/>
          </a:ln>
        </p:spPr>
        <p:txBody>
          <a:bodyPr anchorCtr="0" anchor="ctr" bIns="250800" lIns="501600" spcFirstLastPara="1" rIns="501600" wrap="square" tIns="250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6"/>
          <p:cNvSpPr txBox="1"/>
          <p:nvPr>
            <p:ph idx="11" type="ftr"/>
          </p:nvPr>
        </p:nvSpPr>
        <p:spPr>
          <a:xfrm>
            <a:off x="14996160" y="30510482"/>
            <a:ext cx="13898880" cy="1752600"/>
          </a:xfrm>
          <a:prstGeom prst="rect">
            <a:avLst/>
          </a:prstGeom>
          <a:noFill/>
          <a:ln>
            <a:noFill/>
          </a:ln>
        </p:spPr>
        <p:txBody>
          <a:bodyPr anchorCtr="0" anchor="ctr" bIns="250800" lIns="501600" spcFirstLastPara="1" rIns="501600" wrap="square" tIns="2508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2" type="sldNum"/>
          </p:nvPr>
        </p:nvSpPr>
        <p:spPr>
          <a:xfrm>
            <a:off x="31455360" y="30510482"/>
            <a:ext cx="10241280" cy="1752600"/>
          </a:xfrm>
          <a:prstGeom prst="rect">
            <a:avLst/>
          </a:prstGeom>
          <a:noFill/>
          <a:ln>
            <a:noFill/>
          </a:ln>
        </p:spPr>
        <p:txBody>
          <a:bodyPr anchorCtr="0" anchor="ctr" bIns="250800" lIns="501600" spcFirstLastPara="1" rIns="501600" wrap="square" tIns="250800">
            <a:noAutofit/>
          </a:bodyPr>
          <a:lstStyle>
            <a:lvl1pPr indent="0" lvl="0"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7"/>
          <p:cNvSpPr txBox="1"/>
          <p:nvPr>
            <p:ph type="title"/>
          </p:nvPr>
        </p:nvSpPr>
        <p:spPr>
          <a:xfrm>
            <a:off x="2194560" y="1318262"/>
            <a:ext cx="39502080" cy="5486400"/>
          </a:xfrm>
          <a:prstGeom prst="rect">
            <a:avLst/>
          </a:prstGeom>
          <a:noFill/>
          <a:ln>
            <a:noFill/>
          </a:ln>
        </p:spPr>
        <p:txBody>
          <a:bodyPr anchorCtr="0" anchor="ctr" bIns="250800" lIns="501600" spcFirstLastPara="1" rIns="501600" wrap="square" tIns="250800">
            <a:normAutofit/>
          </a:bodyPr>
          <a:lstStyle>
            <a:lvl1pPr lvl="0" algn="ctr">
              <a:lnSpc>
                <a:spcPct val="100000"/>
              </a:lnSpc>
              <a:spcBef>
                <a:spcPts val="0"/>
              </a:spcBef>
              <a:spcAft>
                <a:spcPts val="0"/>
              </a:spcAft>
              <a:buClr>
                <a:schemeClr val="dk1"/>
              </a:buClr>
              <a:buSzPts val="241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7"/>
          <p:cNvSpPr txBox="1"/>
          <p:nvPr>
            <p:ph idx="1" type="body"/>
          </p:nvPr>
        </p:nvSpPr>
        <p:spPr>
          <a:xfrm>
            <a:off x="2194561" y="7368543"/>
            <a:ext cx="19392903" cy="3070858"/>
          </a:xfrm>
          <a:prstGeom prst="rect">
            <a:avLst/>
          </a:prstGeom>
          <a:noFill/>
          <a:ln>
            <a:noFill/>
          </a:ln>
        </p:spPr>
        <p:txBody>
          <a:bodyPr anchorCtr="0" anchor="b" bIns="250800" lIns="501600" spcFirstLastPara="1" rIns="501600" wrap="square" tIns="250800">
            <a:normAutofit/>
          </a:bodyPr>
          <a:lstStyle>
            <a:lvl1pPr indent="-228600" lvl="0" marL="457200" algn="l">
              <a:lnSpc>
                <a:spcPct val="100000"/>
              </a:lnSpc>
              <a:spcBef>
                <a:spcPts val="2640"/>
              </a:spcBef>
              <a:spcAft>
                <a:spcPts val="0"/>
              </a:spcAft>
              <a:buClr>
                <a:schemeClr val="dk1"/>
              </a:buClr>
              <a:buSzPts val="13200"/>
              <a:buNone/>
              <a:defRPr b="1" sz="13200"/>
            </a:lvl1pPr>
            <a:lvl2pPr indent="-228600" lvl="1" marL="914400" algn="l">
              <a:lnSpc>
                <a:spcPct val="100000"/>
              </a:lnSpc>
              <a:spcBef>
                <a:spcPts val="2200"/>
              </a:spcBef>
              <a:spcAft>
                <a:spcPts val="0"/>
              </a:spcAft>
              <a:buClr>
                <a:schemeClr val="dk1"/>
              </a:buClr>
              <a:buSzPts val="11000"/>
              <a:buNone/>
              <a:defRPr b="1" sz="11000"/>
            </a:lvl2pPr>
            <a:lvl3pPr indent="-228600" lvl="2" marL="1371600" algn="l">
              <a:lnSpc>
                <a:spcPct val="100000"/>
              </a:lnSpc>
              <a:spcBef>
                <a:spcPts val="1980"/>
              </a:spcBef>
              <a:spcAft>
                <a:spcPts val="0"/>
              </a:spcAft>
              <a:buClr>
                <a:schemeClr val="dk1"/>
              </a:buClr>
              <a:buSzPts val="9900"/>
              <a:buNone/>
              <a:defRPr b="1" sz="9900"/>
            </a:lvl3pPr>
            <a:lvl4pPr indent="-228600" lvl="3" marL="1828800" algn="l">
              <a:lnSpc>
                <a:spcPct val="100000"/>
              </a:lnSpc>
              <a:spcBef>
                <a:spcPts val="1760"/>
              </a:spcBef>
              <a:spcAft>
                <a:spcPts val="0"/>
              </a:spcAft>
              <a:buClr>
                <a:schemeClr val="dk1"/>
              </a:buClr>
              <a:buSzPts val="8800"/>
              <a:buNone/>
              <a:defRPr b="1" sz="8800"/>
            </a:lvl4pPr>
            <a:lvl5pPr indent="-228600" lvl="4" marL="2286000" algn="l">
              <a:lnSpc>
                <a:spcPct val="100000"/>
              </a:lnSpc>
              <a:spcBef>
                <a:spcPts val="1760"/>
              </a:spcBef>
              <a:spcAft>
                <a:spcPts val="0"/>
              </a:spcAft>
              <a:buClr>
                <a:schemeClr val="dk1"/>
              </a:buClr>
              <a:buSzPts val="8800"/>
              <a:buNone/>
              <a:defRPr b="1" sz="8800"/>
            </a:lvl5pPr>
            <a:lvl6pPr indent="-228600" lvl="5" marL="2743200" algn="l">
              <a:lnSpc>
                <a:spcPct val="100000"/>
              </a:lnSpc>
              <a:spcBef>
                <a:spcPts val="1760"/>
              </a:spcBef>
              <a:spcAft>
                <a:spcPts val="0"/>
              </a:spcAft>
              <a:buClr>
                <a:schemeClr val="dk1"/>
              </a:buClr>
              <a:buSzPts val="8800"/>
              <a:buNone/>
              <a:defRPr b="1" sz="8800"/>
            </a:lvl6pPr>
            <a:lvl7pPr indent="-228600" lvl="6" marL="3200400" algn="l">
              <a:lnSpc>
                <a:spcPct val="100000"/>
              </a:lnSpc>
              <a:spcBef>
                <a:spcPts val="1760"/>
              </a:spcBef>
              <a:spcAft>
                <a:spcPts val="0"/>
              </a:spcAft>
              <a:buClr>
                <a:schemeClr val="dk1"/>
              </a:buClr>
              <a:buSzPts val="8800"/>
              <a:buNone/>
              <a:defRPr b="1" sz="8800"/>
            </a:lvl7pPr>
            <a:lvl8pPr indent="-228600" lvl="7" marL="3657600" algn="l">
              <a:lnSpc>
                <a:spcPct val="100000"/>
              </a:lnSpc>
              <a:spcBef>
                <a:spcPts val="1760"/>
              </a:spcBef>
              <a:spcAft>
                <a:spcPts val="0"/>
              </a:spcAft>
              <a:buClr>
                <a:schemeClr val="dk1"/>
              </a:buClr>
              <a:buSzPts val="8800"/>
              <a:buNone/>
              <a:defRPr b="1" sz="8800"/>
            </a:lvl8pPr>
            <a:lvl9pPr indent="-228600" lvl="8" marL="4114800" algn="l">
              <a:lnSpc>
                <a:spcPct val="100000"/>
              </a:lnSpc>
              <a:spcBef>
                <a:spcPts val="1760"/>
              </a:spcBef>
              <a:spcAft>
                <a:spcPts val="0"/>
              </a:spcAft>
              <a:buClr>
                <a:schemeClr val="dk1"/>
              </a:buClr>
              <a:buSzPts val="8800"/>
              <a:buNone/>
              <a:defRPr b="1" sz="8800"/>
            </a:lvl9pPr>
          </a:lstStyle>
          <a:p/>
        </p:txBody>
      </p:sp>
      <p:sp>
        <p:nvSpPr>
          <p:cNvPr id="39" name="Google Shape;39;p7"/>
          <p:cNvSpPr txBox="1"/>
          <p:nvPr>
            <p:ph idx="2" type="body"/>
          </p:nvPr>
        </p:nvSpPr>
        <p:spPr>
          <a:xfrm>
            <a:off x="2194561" y="10439401"/>
            <a:ext cx="19392903" cy="18966182"/>
          </a:xfrm>
          <a:prstGeom prst="rect">
            <a:avLst/>
          </a:prstGeom>
          <a:noFill/>
          <a:ln>
            <a:noFill/>
          </a:ln>
        </p:spPr>
        <p:txBody>
          <a:bodyPr anchorCtr="0" anchor="t" bIns="250800" lIns="501600" spcFirstLastPara="1" rIns="501600" wrap="square" tIns="250800">
            <a:normAutofit/>
          </a:bodyPr>
          <a:lstStyle>
            <a:lvl1pPr indent="-1066800" lvl="0" marL="457200" algn="l">
              <a:lnSpc>
                <a:spcPct val="100000"/>
              </a:lnSpc>
              <a:spcBef>
                <a:spcPts val="2640"/>
              </a:spcBef>
              <a:spcAft>
                <a:spcPts val="0"/>
              </a:spcAft>
              <a:buClr>
                <a:schemeClr val="dk1"/>
              </a:buClr>
              <a:buSzPts val="13200"/>
              <a:buChar char="•"/>
              <a:defRPr sz="13200"/>
            </a:lvl1pPr>
            <a:lvl2pPr indent="-927100" lvl="1" marL="914400" algn="l">
              <a:lnSpc>
                <a:spcPct val="100000"/>
              </a:lnSpc>
              <a:spcBef>
                <a:spcPts val="2200"/>
              </a:spcBef>
              <a:spcAft>
                <a:spcPts val="0"/>
              </a:spcAft>
              <a:buClr>
                <a:schemeClr val="dk1"/>
              </a:buClr>
              <a:buSzPts val="11000"/>
              <a:buChar char="–"/>
              <a:defRPr sz="11000"/>
            </a:lvl2pPr>
            <a:lvl3pPr indent="-857250" lvl="2" marL="1371600" algn="l">
              <a:lnSpc>
                <a:spcPct val="100000"/>
              </a:lnSpc>
              <a:spcBef>
                <a:spcPts val="1980"/>
              </a:spcBef>
              <a:spcAft>
                <a:spcPts val="0"/>
              </a:spcAft>
              <a:buClr>
                <a:schemeClr val="dk1"/>
              </a:buClr>
              <a:buSzPts val="9900"/>
              <a:buChar char="•"/>
              <a:defRPr sz="9900"/>
            </a:lvl3pPr>
            <a:lvl4pPr indent="-787400" lvl="3" marL="1828800" algn="l">
              <a:lnSpc>
                <a:spcPct val="100000"/>
              </a:lnSpc>
              <a:spcBef>
                <a:spcPts val="1760"/>
              </a:spcBef>
              <a:spcAft>
                <a:spcPts val="0"/>
              </a:spcAft>
              <a:buClr>
                <a:schemeClr val="dk1"/>
              </a:buClr>
              <a:buSzPts val="8800"/>
              <a:buChar char="–"/>
              <a:defRPr sz="8800"/>
            </a:lvl4pPr>
            <a:lvl5pPr indent="-787400" lvl="4" marL="2286000" algn="l">
              <a:lnSpc>
                <a:spcPct val="100000"/>
              </a:lnSpc>
              <a:spcBef>
                <a:spcPts val="1760"/>
              </a:spcBef>
              <a:spcAft>
                <a:spcPts val="0"/>
              </a:spcAft>
              <a:buClr>
                <a:schemeClr val="dk1"/>
              </a:buClr>
              <a:buSzPts val="8800"/>
              <a:buChar char="»"/>
              <a:defRPr sz="8800"/>
            </a:lvl5pPr>
            <a:lvl6pPr indent="-787400" lvl="5" marL="2743200" algn="l">
              <a:lnSpc>
                <a:spcPct val="100000"/>
              </a:lnSpc>
              <a:spcBef>
                <a:spcPts val="1760"/>
              </a:spcBef>
              <a:spcAft>
                <a:spcPts val="0"/>
              </a:spcAft>
              <a:buClr>
                <a:schemeClr val="dk1"/>
              </a:buClr>
              <a:buSzPts val="8800"/>
              <a:buChar char="•"/>
              <a:defRPr sz="8800"/>
            </a:lvl6pPr>
            <a:lvl7pPr indent="-787400" lvl="6" marL="3200400" algn="l">
              <a:lnSpc>
                <a:spcPct val="100000"/>
              </a:lnSpc>
              <a:spcBef>
                <a:spcPts val="1760"/>
              </a:spcBef>
              <a:spcAft>
                <a:spcPts val="0"/>
              </a:spcAft>
              <a:buClr>
                <a:schemeClr val="dk1"/>
              </a:buClr>
              <a:buSzPts val="8800"/>
              <a:buChar char="•"/>
              <a:defRPr sz="8800"/>
            </a:lvl7pPr>
            <a:lvl8pPr indent="-787400" lvl="7" marL="3657600" algn="l">
              <a:lnSpc>
                <a:spcPct val="100000"/>
              </a:lnSpc>
              <a:spcBef>
                <a:spcPts val="1760"/>
              </a:spcBef>
              <a:spcAft>
                <a:spcPts val="0"/>
              </a:spcAft>
              <a:buClr>
                <a:schemeClr val="dk1"/>
              </a:buClr>
              <a:buSzPts val="8800"/>
              <a:buChar char="•"/>
              <a:defRPr sz="8800"/>
            </a:lvl8pPr>
            <a:lvl9pPr indent="-787400" lvl="8" marL="4114800" algn="l">
              <a:lnSpc>
                <a:spcPct val="100000"/>
              </a:lnSpc>
              <a:spcBef>
                <a:spcPts val="1760"/>
              </a:spcBef>
              <a:spcAft>
                <a:spcPts val="0"/>
              </a:spcAft>
              <a:buClr>
                <a:schemeClr val="dk1"/>
              </a:buClr>
              <a:buSzPts val="8800"/>
              <a:buChar char="•"/>
              <a:defRPr sz="8800"/>
            </a:lvl9pPr>
          </a:lstStyle>
          <a:p/>
        </p:txBody>
      </p:sp>
      <p:sp>
        <p:nvSpPr>
          <p:cNvPr id="40" name="Google Shape;40;p7"/>
          <p:cNvSpPr txBox="1"/>
          <p:nvPr>
            <p:ph idx="3" type="body"/>
          </p:nvPr>
        </p:nvSpPr>
        <p:spPr>
          <a:xfrm>
            <a:off x="22296123" y="7368543"/>
            <a:ext cx="19400520" cy="3070858"/>
          </a:xfrm>
          <a:prstGeom prst="rect">
            <a:avLst/>
          </a:prstGeom>
          <a:noFill/>
          <a:ln>
            <a:noFill/>
          </a:ln>
        </p:spPr>
        <p:txBody>
          <a:bodyPr anchorCtr="0" anchor="b" bIns="250800" lIns="501600" spcFirstLastPara="1" rIns="501600" wrap="square" tIns="250800">
            <a:normAutofit/>
          </a:bodyPr>
          <a:lstStyle>
            <a:lvl1pPr indent="-228600" lvl="0" marL="457200" algn="l">
              <a:lnSpc>
                <a:spcPct val="100000"/>
              </a:lnSpc>
              <a:spcBef>
                <a:spcPts val="2640"/>
              </a:spcBef>
              <a:spcAft>
                <a:spcPts val="0"/>
              </a:spcAft>
              <a:buClr>
                <a:schemeClr val="dk1"/>
              </a:buClr>
              <a:buSzPts val="13200"/>
              <a:buNone/>
              <a:defRPr b="1" sz="13200"/>
            </a:lvl1pPr>
            <a:lvl2pPr indent="-228600" lvl="1" marL="914400" algn="l">
              <a:lnSpc>
                <a:spcPct val="100000"/>
              </a:lnSpc>
              <a:spcBef>
                <a:spcPts val="2200"/>
              </a:spcBef>
              <a:spcAft>
                <a:spcPts val="0"/>
              </a:spcAft>
              <a:buClr>
                <a:schemeClr val="dk1"/>
              </a:buClr>
              <a:buSzPts val="11000"/>
              <a:buNone/>
              <a:defRPr b="1" sz="11000"/>
            </a:lvl2pPr>
            <a:lvl3pPr indent="-228600" lvl="2" marL="1371600" algn="l">
              <a:lnSpc>
                <a:spcPct val="100000"/>
              </a:lnSpc>
              <a:spcBef>
                <a:spcPts val="1980"/>
              </a:spcBef>
              <a:spcAft>
                <a:spcPts val="0"/>
              </a:spcAft>
              <a:buClr>
                <a:schemeClr val="dk1"/>
              </a:buClr>
              <a:buSzPts val="9900"/>
              <a:buNone/>
              <a:defRPr b="1" sz="9900"/>
            </a:lvl3pPr>
            <a:lvl4pPr indent="-228600" lvl="3" marL="1828800" algn="l">
              <a:lnSpc>
                <a:spcPct val="100000"/>
              </a:lnSpc>
              <a:spcBef>
                <a:spcPts val="1760"/>
              </a:spcBef>
              <a:spcAft>
                <a:spcPts val="0"/>
              </a:spcAft>
              <a:buClr>
                <a:schemeClr val="dk1"/>
              </a:buClr>
              <a:buSzPts val="8800"/>
              <a:buNone/>
              <a:defRPr b="1" sz="8800"/>
            </a:lvl4pPr>
            <a:lvl5pPr indent="-228600" lvl="4" marL="2286000" algn="l">
              <a:lnSpc>
                <a:spcPct val="100000"/>
              </a:lnSpc>
              <a:spcBef>
                <a:spcPts val="1760"/>
              </a:spcBef>
              <a:spcAft>
                <a:spcPts val="0"/>
              </a:spcAft>
              <a:buClr>
                <a:schemeClr val="dk1"/>
              </a:buClr>
              <a:buSzPts val="8800"/>
              <a:buNone/>
              <a:defRPr b="1" sz="8800"/>
            </a:lvl5pPr>
            <a:lvl6pPr indent="-228600" lvl="5" marL="2743200" algn="l">
              <a:lnSpc>
                <a:spcPct val="100000"/>
              </a:lnSpc>
              <a:spcBef>
                <a:spcPts val="1760"/>
              </a:spcBef>
              <a:spcAft>
                <a:spcPts val="0"/>
              </a:spcAft>
              <a:buClr>
                <a:schemeClr val="dk1"/>
              </a:buClr>
              <a:buSzPts val="8800"/>
              <a:buNone/>
              <a:defRPr b="1" sz="8800"/>
            </a:lvl6pPr>
            <a:lvl7pPr indent="-228600" lvl="6" marL="3200400" algn="l">
              <a:lnSpc>
                <a:spcPct val="100000"/>
              </a:lnSpc>
              <a:spcBef>
                <a:spcPts val="1760"/>
              </a:spcBef>
              <a:spcAft>
                <a:spcPts val="0"/>
              </a:spcAft>
              <a:buClr>
                <a:schemeClr val="dk1"/>
              </a:buClr>
              <a:buSzPts val="8800"/>
              <a:buNone/>
              <a:defRPr b="1" sz="8800"/>
            </a:lvl7pPr>
            <a:lvl8pPr indent="-228600" lvl="7" marL="3657600" algn="l">
              <a:lnSpc>
                <a:spcPct val="100000"/>
              </a:lnSpc>
              <a:spcBef>
                <a:spcPts val="1760"/>
              </a:spcBef>
              <a:spcAft>
                <a:spcPts val="0"/>
              </a:spcAft>
              <a:buClr>
                <a:schemeClr val="dk1"/>
              </a:buClr>
              <a:buSzPts val="8800"/>
              <a:buNone/>
              <a:defRPr b="1" sz="8800"/>
            </a:lvl8pPr>
            <a:lvl9pPr indent="-228600" lvl="8" marL="4114800" algn="l">
              <a:lnSpc>
                <a:spcPct val="100000"/>
              </a:lnSpc>
              <a:spcBef>
                <a:spcPts val="1760"/>
              </a:spcBef>
              <a:spcAft>
                <a:spcPts val="0"/>
              </a:spcAft>
              <a:buClr>
                <a:schemeClr val="dk1"/>
              </a:buClr>
              <a:buSzPts val="8800"/>
              <a:buNone/>
              <a:defRPr b="1" sz="8800"/>
            </a:lvl9pPr>
          </a:lstStyle>
          <a:p/>
        </p:txBody>
      </p:sp>
      <p:sp>
        <p:nvSpPr>
          <p:cNvPr id="41" name="Google Shape;41;p7"/>
          <p:cNvSpPr txBox="1"/>
          <p:nvPr>
            <p:ph idx="4" type="body"/>
          </p:nvPr>
        </p:nvSpPr>
        <p:spPr>
          <a:xfrm>
            <a:off x="22296123" y="10439401"/>
            <a:ext cx="19400520" cy="18966182"/>
          </a:xfrm>
          <a:prstGeom prst="rect">
            <a:avLst/>
          </a:prstGeom>
          <a:noFill/>
          <a:ln>
            <a:noFill/>
          </a:ln>
        </p:spPr>
        <p:txBody>
          <a:bodyPr anchorCtr="0" anchor="t" bIns="250800" lIns="501600" spcFirstLastPara="1" rIns="501600" wrap="square" tIns="250800">
            <a:normAutofit/>
          </a:bodyPr>
          <a:lstStyle>
            <a:lvl1pPr indent="-1066800" lvl="0" marL="457200" algn="l">
              <a:lnSpc>
                <a:spcPct val="100000"/>
              </a:lnSpc>
              <a:spcBef>
                <a:spcPts val="2640"/>
              </a:spcBef>
              <a:spcAft>
                <a:spcPts val="0"/>
              </a:spcAft>
              <a:buClr>
                <a:schemeClr val="dk1"/>
              </a:buClr>
              <a:buSzPts val="13200"/>
              <a:buChar char="•"/>
              <a:defRPr sz="13200"/>
            </a:lvl1pPr>
            <a:lvl2pPr indent="-927100" lvl="1" marL="914400" algn="l">
              <a:lnSpc>
                <a:spcPct val="100000"/>
              </a:lnSpc>
              <a:spcBef>
                <a:spcPts val="2200"/>
              </a:spcBef>
              <a:spcAft>
                <a:spcPts val="0"/>
              </a:spcAft>
              <a:buClr>
                <a:schemeClr val="dk1"/>
              </a:buClr>
              <a:buSzPts val="11000"/>
              <a:buChar char="–"/>
              <a:defRPr sz="11000"/>
            </a:lvl2pPr>
            <a:lvl3pPr indent="-857250" lvl="2" marL="1371600" algn="l">
              <a:lnSpc>
                <a:spcPct val="100000"/>
              </a:lnSpc>
              <a:spcBef>
                <a:spcPts val="1980"/>
              </a:spcBef>
              <a:spcAft>
                <a:spcPts val="0"/>
              </a:spcAft>
              <a:buClr>
                <a:schemeClr val="dk1"/>
              </a:buClr>
              <a:buSzPts val="9900"/>
              <a:buChar char="•"/>
              <a:defRPr sz="9900"/>
            </a:lvl3pPr>
            <a:lvl4pPr indent="-787400" lvl="3" marL="1828800" algn="l">
              <a:lnSpc>
                <a:spcPct val="100000"/>
              </a:lnSpc>
              <a:spcBef>
                <a:spcPts val="1760"/>
              </a:spcBef>
              <a:spcAft>
                <a:spcPts val="0"/>
              </a:spcAft>
              <a:buClr>
                <a:schemeClr val="dk1"/>
              </a:buClr>
              <a:buSzPts val="8800"/>
              <a:buChar char="–"/>
              <a:defRPr sz="8800"/>
            </a:lvl4pPr>
            <a:lvl5pPr indent="-787400" lvl="4" marL="2286000" algn="l">
              <a:lnSpc>
                <a:spcPct val="100000"/>
              </a:lnSpc>
              <a:spcBef>
                <a:spcPts val="1760"/>
              </a:spcBef>
              <a:spcAft>
                <a:spcPts val="0"/>
              </a:spcAft>
              <a:buClr>
                <a:schemeClr val="dk1"/>
              </a:buClr>
              <a:buSzPts val="8800"/>
              <a:buChar char="»"/>
              <a:defRPr sz="8800"/>
            </a:lvl5pPr>
            <a:lvl6pPr indent="-787400" lvl="5" marL="2743200" algn="l">
              <a:lnSpc>
                <a:spcPct val="100000"/>
              </a:lnSpc>
              <a:spcBef>
                <a:spcPts val="1760"/>
              </a:spcBef>
              <a:spcAft>
                <a:spcPts val="0"/>
              </a:spcAft>
              <a:buClr>
                <a:schemeClr val="dk1"/>
              </a:buClr>
              <a:buSzPts val="8800"/>
              <a:buChar char="•"/>
              <a:defRPr sz="8800"/>
            </a:lvl6pPr>
            <a:lvl7pPr indent="-787400" lvl="6" marL="3200400" algn="l">
              <a:lnSpc>
                <a:spcPct val="100000"/>
              </a:lnSpc>
              <a:spcBef>
                <a:spcPts val="1760"/>
              </a:spcBef>
              <a:spcAft>
                <a:spcPts val="0"/>
              </a:spcAft>
              <a:buClr>
                <a:schemeClr val="dk1"/>
              </a:buClr>
              <a:buSzPts val="8800"/>
              <a:buChar char="•"/>
              <a:defRPr sz="8800"/>
            </a:lvl7pPr>
            <a:lvl8pPr indent="-787400" lvl="7" marL="3657600" algn="l">
              <a:lnSpc>
                <a:spcPct val="100000"/>
              </a:lnSpc>
              <a:spcBef>
                <a:spcPts val="1760"/>
              </a:spcBef>
              <a:spcAft>
                <a:spcPts val="0"/>
              </a:spcAft>
              <a:buClr>
                <a:schemeClr val="dk1"/>
              </a:buClr>
              <a:buSzPts val="8800"/>
              <a:buChar char="•"/>
              <a:defRPr sz="8800"/>
            </a:lvl8pPr>
            <a:lvl9pPr indent="-787400" lvl="8" marL="4114800" algn="l">
              <a:lnSpc>
                <a:spcPct val="100000"/>
              </a:lnSpc>
              <a:spcBef>
                <a:spcPts val="1760"/>
              </a:spcBef>
              <a:spcAft>
                <a:spcPts val="0"/>
              </a:spcAft>
              <a:buClr>
                <a:schemeClr val="dk1"/>
              </a:buClr>
              <a:buSzPts val="8800"/>
              <a:buChar char="•"/>
              <a:defRPr sz="8800"/>
            </a:lvl9pPr>
          </a:lstStyle>
          <a:p/>
        </p:txBody>
      </p:sp>
      <p:sp>
        <p:nvSpPr>
          <p:cNvPr id="42" name="Google Shape;42;p7"/>
          <p:cNvSpPr txBox="1"/>
          <p:nvPr>
            <p:ph idx="10" type="dt"/>
          </p:nvPr>
        </p:nvSpPr>
        <p:spPr>
          <a:xfrm>
            <a:off x="2194560" y="30510482"/>
            <a:ext cx="10241280" cy="1752600"/>
          </a:xfrm>
          <a:prstGeom prst="rect">
            <a:avLst/>
          </a:prstGeom>
          <a:noFill/>
          <a:ln>
            <a:noFill/>
          </a:ln>
        </p:spPr>
        <p:txBody>
          <a:bodyPr anchorCtr="0" anchor="ctr" bIns="250800" lIns="501600" spcFirstLastPara="1" rIns="501600" wrap="square" tIns="250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7"/>
          <p:cNvSpPr txBox="1"/>
          <p:nvPr>
            <p:ph idx="11" type="ftr"/>
          </p:nvPr>
        </p:nvSpPr>
        <p:spPr>
          <a:xfrm>
            <a:off x="14996160" y="30510482"/>
            <a:ext cx="13898880" cy="1752600"/>
          </a:xfrm>
          <a:prstGeom prst="rect">
            <a:avLst/>
          </a:prstGeom>
          <a:noFill/>
          <a:ln>
            <a:noFill/>
          </a:ln>
        </p:spPr>
        <p:txBody>
          <a:bodyPr anchorCtr="0" anchor="ctr" bIns="250800" lIns="501600" spcFirstLastPara="1" rIns="501600" wrap="square" tIns="2508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7"/>
          <p:cNvSpPr txBox="1"/>
          <p:nvPr>
            <p:ph idx="12" type="sldNum"/>
          </p:nvPr>
        </p:nvSpPr>
        <p:spPr>
          <a:xfrm>
            <a:off x="31455360" y="30510482"/>
            <a:ext cx="10241280" cy="1752600"/>
          </a:xfrm>
          <a:prstGeom prst="rect">
            <a:avLst/>
          </a:prstGeom>
          <a:noFill/>
          <a:ln>
            <a:noFill/>
          </a:ln>
        </p:spPr>
        <p:txBody>
          <a:bodyPr anchorCtr="0" anchor="ctr" bIns="250800" lIns="501600" spcFirstLastPara="1" rIns="501600" wrap="square" tIns="250800">
            <a:noAutofit/>
          </a:bodyPr>
          <a:lstStyle>
            <a:lvl1pPr indent="0" lvl="0"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8"/>
          <p:cNvSpPr txBox="1"/>
          <p:nvPr>
            <p:ph type="title"/>
          </p:nvPr>
        </p:nvSpPr>
        <p:spPr>
          <a:xfrm>
            <a:off x="2194560" y="1318262"/>
            <a:ext cx="39502080" cy="5486400"/>
          </a:xfrm>
          <a:prstGeom prst="rect">
            <a:avLst/>
          </a:prstGeom>
          <a:noFill/>
          <a:ln>
            <a:noFill/>
          </a:ln>
        </p:spPr>
        <p:txBody>
          <a:bodyPr anchorCtr="0" anchor="ctr" bIns="250800" lIns="501600" spcFirstLastPara="1" rIns="501600" wrap="square" tIns="2508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8"/>
          <p:cNvSpPr txBox="1"/>
          <p:nvPr>
            <p:ph idx="10" type="dt"/>
          </p:nvPr>
        </p:nvSpPr>
        <p:spPr>
          <a:xfrm>
            <a:off x="2194560" y="30510482"/>
            <a:ext cx="10241280" cy="1752600"/>
          </a:xfrm>
          <a:prstGeom prst="rect">
            <a:avLst/>
          </a:prstGeom>
          <a:noFill/>
          <a:ln>
            <a:noFill/>
          </a:ln>
        </p:spPr>
        <p:txBody>
          <a:bodyPr anchorCtr="0" anchor="ctr" bIns="250800" lIns="501600" spcFirstLastPara="1" rIns="501600" wrap="square" tIns="250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8"/>
          <p:cNvSpPr txBox="1"/>
          <p:nvPr>
            <p:ph idx="11" type="ftr"/>
          </p:nvPr>
        </p:nvSpPr>
        <p:spPr>
          <a:xfrm>
            <a:off x="14996160" y="30510482"/>
            <a:ext cx="13898880" cy="1752600"/>
          </a:xfrm>
          <a:prstGeom prst="rect">
            <a:avLst/>
          </a:prstGeom>
          <a:noFill/>
          <a:ln>
            <a:noFill/>
          </a:ln>
        </p:spPr>
        <p:txBody>
          <a:bodyPr anchorCtr="0" anchor="ctr" bIns="250800" lIns="501600" spcFirstLastPara="1" rIns="501600" wrap="square" tIns="2508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8"/>
          <p:cNvSpPr txBox="1"/>
          <p:nvPr>
            <p:ph idx="12" type="sldNum"/>
          </p:nvPr>
        </p:nvSpPr>
        <p:spPr>
          <a:xfrm>
            <a:off x="31455360" y="30510482"/>
            <a:ext cx="10241280" cy="1752600"/>
          </a:xfrm>
          <a:prstGeom prst="rect">
            <a:avLst/>
          </a:prstGeom>
          <a:noFill/>
          <a:ln>
            <a:noFill/>
          </a:ln>
        </p:spPr>
        <p:txBody>
          <a:bodyPr anchorCtr="0" anchor="ctr" bIns="250800" lIns="501600" spcFirstLastPara="1" rIns="501600" wrap="square" tIns="250800">
            <a:noAutofit/>
          </a:bodyPr>
          <a:lstStyle>
            <a:lvl1pPr indent="0" lvl="0"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9"/>
          <p:cNvSpPr txBox="1"/>
          <p:nvPr>
            <p:ph idx="10" type="dt"/>
          </p:nvPr>
        </p:nvSpPr>
        <p:spPr>
          <a:xfrm>
            <a:off x="2194560" y="30510482"/>
            <a:ext cx="10241280" cy="1752600"/>
          </a:xfrm>
          <a:prstGeom prst="rect">
            <a:avLst/>
          </a:prstGeom>
          <a:noFill/>
          <a:ln>
            <a:noFill/>
          </a:ln>
        </p:spPr>
        <p:txBody>
          <a:bodyPr anchorCtr="0" anchor="ctr" bIns="250800" lIns="501600" spcFirstLastPara="1" rIns="501600" wrap="square" tIns="250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9"/>
          <p:cNvSpPr txBox="1"/>
          <p:nvPr>
            <p:ph idx="11" type="ftr"/>
          </p:nvPr>
        </p:nvSpPr>
        <p:spPr>
          <a:xfrm>
            <a:off x="14996160" y="30510482"/>
            <a:ext cx="13898880" cy="1752600"/>
          </a:xfrm>
          <a:prstGeom prst="rect">
            <a:avLst/>
          </a:prstGeom>
          <a:noFill/>
          <a:ln>
            <a:noFill/>
          </a:ln>
        </p:spPr>
        <p:txBody>
          <a:bodyPr anchorCtr="0" anchor="ctr" bIns="250800" lIns="501600" spcFirstLastPara="1" rIns="501600" wrap="square" tIns="2508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9"/>
          <p:cNvSpPr txBox="1"/>
          <p:nvPr>
            <p:ph idx="12" type="sldNum"/>
          </p:nvPr>
        </p:nvSpPr>
        <p:spPr>
          <a:xfrm>
            <a:off x="31455360" y="30510482"/>
            <a:ext cx="10241280" cy="1752600"/>
          </a:xfrm>
          <a:prstGeom prst="rect">
            <a:avLst/>
          </a:prstGeom>
          <a:noFill/>
          <a:ln>
            <a:noFill/>
          </a:ln>
        </p:spPr>
        <p:txBody>
          <a:bodyPr anchorCtr="0" anchor="ctr" bIns="250800" lIns="501600" spcFirstLastPara="1" rIns="501600" wrap="square" tIns="250800">
            <a:noAutofit/>
          </a:bodyPr>
          <a:lstStyle>
            <a:lvl1pPr indent="0" lvl="0"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0"/>
          <p:cNvSpPr txBox="1"/>
          <p:nvPr>
            <p:ph type="title"/>
          </p:nvPr>
        </p:nvSpPr>
        <p:spPr>
          <a:xfrm>
            <a:off x="2194563" y="1310640"/>
            <a:ext cx="14439903" cy="5577840"/>
          </a:xfrm>
          <a:prstGeom prst="rect">
            <a:avLst/>
          </a:prstGeom>
          <a:noFill/>
          <a:ln>
            <a:noFill/>
          </a:ln>
        </p:spPr>
        <p:txBody>
          <a:bodyPr anchorCtr="0" anchor="b" bIns="250800" lIns="501600" spcFirstLastPara="1" rIns="501600" wrap="square" tIns="250800">
            <a:normAutofit/>
          </a:bodyPr>
          <a:lstStyle>
            <a:lvl1pPr lvl="0" algn="l">
              <a:lnSpc>
                <a:spcPct val="100000"/>
              </a:lnSpc>
              <a:spcBef>
                <a:spcPts val="0"/>
              </a:spcBef>
              <a:spcAft>
                <a:spcPts val="0"/>
              </a:spcAft>
              <a:buClr>
                <a:schemeClr val="dk1"/>
              </a:buClr>
              <a:buSzPts val="11000"/>
              <a:buFont typeface="Calibri"/>
              <a:buNone/>
              <a:defRPr b="1" sz="1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0"/>
          <p:cNvSpPr txBox="1"/>
          <p:nvPr>
            <p:ph idx="1" type="body"/>
          </p:nvPr>
        </p:nvSpPr>
        <p:spPr>
          <a:xfrm>
            <a:off x="17160240" y="1310644"/>
            <a:ext cx="24536400" cy="28094942"/>
          </a:xfrm>
          <a:prstGeom prst="rect">
            <a:avLst/>
          </a:prstGeom>
          <a:noFill/>
          <a:ln>
            <a:noFill/>
          </a:ln>
        </p:spPr>
        <p:txBody>
          <a:bodyPr anchorCtr="0" anchor="t" bIns="250800" lIns="501600" spcFirstLastPara="1" rIns="501600" wrap="square" tIns="250800">
            <a:normAutofit/>
          </a:bodyPr>
          <a:lstStyle>
            <a:lvl1pPr indent="-1346200" lvl="0" marL="457200" algn="l">
              <a:lnSpc>
                <a:spcPct val="100000"/>
              </a:lnSpc>
              <a:spcBef>
                <a:spcPts val="3520"/>
              </a:spcBef>
              <a:spcAft>
                <a:spcPts val="0"/>
              </a:spcAft>
              <a:buClr>
                <a:schemeClr val="dk1"/>
              </a:buClr>
              <a:buSzPts val="17600"/>
              <a:buChar char="•"/>
              <a:defRPr sz="17600"/>
            </a:lvl1pPr>
            <a:lvl2pPr indent="-1206500" lvl="1" marL="914400" algn="l">
              <a:lnSpc>
                <a:spcPct val="100000"/>
              </a:lnSpc>
              <a:spcBef>
                <a:spcPts val="3080"/>
              </a:spcBef>
              <a:spcAft>
                <a:spcPts val="0"/>
              </a:spcAft>
              <a:buClr>
                <a:schemeClr val="dk1"/>
              </a:buClr>
              <a:buSzPts val="15400"/>
              <a:buChar char="–"/>
              <a:defRPr sz="15400"/>
            </a:lvl2pPr>
            <a:lvl3pPr indent="-1066800" lvl="2" marL="1371600" algn="l">
              <a:lnSpc>
                <a:spcPct val="100000"/>
              </a:lnSpc>
              <a:spcBef>
                <a:spcPts val="2640"/>
              </a:spcBef>
              <a:spcAft>
                <a:spcPts val="0"/>
              </a:spcAft>
              <a:buClr>
                <a:schemeClr val="dk1"/>
              </a:buClr>
              <a:buSzPts val="13200"/>
              <a:buChar char="•"/>
              <a:defRPr sz="13200"/>
            </a:lvl3pPr>
            <a:lvl4pPr indent="-927100" lvl="3" marL="1828800" algn="l">
              <a:lnSpc>
                <a:spcPct val="100000"/>
              </a:lnSpc>
              <a:spcBef>
                <a:spcPts val="2200"/>
              </a:spcBef>
              <a:spcAft>
                <a:spcPts val="0"/>
              </a:spcAft>
              <a:buClr>
                <a:schemeClr val="dk1"/>
              </a:buClr>
              <a:buSzPts val="11000"/>
              <a:buChar char="–"/>
              <a:defRPr sz="11000"/>
            </a:lvl4pPr>
            <a:lvl5pPr indent="-927100" lvl="4" marL="2286000" algn="l">
              <a:lnSpc>
                <a:spcPct val="100000"/>
              </a:lnSpc>
              <a:spcBef>
                <a:spcPts val="2200"/>
              </a:spcBef>
              <a:spcAft>
                <a:spcPts val="0"/>
              </a:spcAft>
              <a:buClr>
                <a:schemeClr val="dk1"/>
              </a:buClr>
              <a:buSzPts val="11000"/>
              <a:buChar char="»"/>
              <a:defRPr sz="11000"/>
            </a:lvl5pPr>
            <a:lvl6pPr indent="-927100" lvl="5" marL="2743200" algn="l">
              <a:lnSpc>
                <a:spcPct val="100000"/>
              </a:lnSpc>
              <a:spcBef>
                <a:spcPts val="2200"/>
              </a:spcBef>
              <a:spcAft>
                <a:spcPts val="0"/>
              </a:spcAft>
              <a:buClr>
                <a:schemeClr val="dk1"/>
              </a:buClr>
              <a:buSzPts val="11000"/>
              <a:buChar char="•"/>
              <a:defRPr sz="11000"/>
            </a:lvl6pPr>
            <a:lvl7pPr indent="-927100" lvl="6" marL="3200400" algn="l">
              <a:lnSpc>
                <a:spcPct val="100000"/>
              </a:lnSpc>
              <a:spcBef>
                <a:spcPts val="2200"/>
              </a:spcBef>
              <a:spcAft>
                <a:spcPts val="0"/>
              </a:spcAft>
              <a:buClr>
                <a:schemeClr val="dk1"/>
              </a:buClr>
              <a:buSzPts val="11000"/>
              <a:buChar char="•"/>
              <a:defRPr sz="11000"/>
            </a:lvl7pPr>
            <a:lvl8pPr indent="-927100" lvl="7" marL="3657600" algn="l">
              <a:lnSpc>
                <a:spcPct val="100000"/>
              </a:lnSpc>
              <a:spcBef>
                <a:spcPts val="2200"/>
              </a:spcBef>
              <a:spcAft>
                <a:spcPts val="0"/>
              </a:spcAft>
              <a:buClr>
                <a:schemeClr val="dk1"/>
              </a:buClr>
              <a:buSzPts val="11000"/>
              <a:buChar char="•"/>
              <a:defRPr sz="11000"/>
            </a:lvl8pPr>
            <a:lvl9pPr indent="-927100" lvl="8" marL="4114800" algn="l">
              <a:lnSpc>
                <a:spcPct val="100000"/>
              </a:lnSpc>
              <a:spcBef>
                <a:spcPts val="2200"/>
              </a:spcBef>
              <a:spcAft>
                <a:spcPts val="0"/>
              </a:spcAft>
              <a:buClr>
                <a:schemeClr val="dk1"/>
              </a:buClr>
              <a:buSzPts val="11000"/>
              <a:buChar char="•"/>
              <a:defRPr sz="11000"/>
            </a:lvl9pPr>
          </a:lstStyle>
          <a:p/>
        </p:txBody>
      </p:sp>
      <p:sp>
        <p:nvSpPr>
          <p:cNvPr id="57" name="Google Shape;57;p10"/>
          <p:cNvSpPr txBox="1"/>
          <p:nvPr>
            <p:ph idx="2" type="body"/>
          </p:nvPr>
        </p:nvSpPr>
        <p:spPr>
          <a:xfrm>
            <a:off x="2194563" y="6888484"/>
            <a:ext cx="14439903" cy="22517102"/>
          </a:xfrm>
          <a:prstGeom prst="rect">
            <a:avLst/>
          </a:prstGeom>
          <a:noFill/>
          <a:ln>
            <a:noFill/>
          </a:ln>
        </p:spPr>
        <p:txBody>
          <a:bodyPr anchorCtr="0" anchor="t" bIns="250800" lIns="501600" spcFirstLastPara="1" rIns="501600" wrap="square" tIns="250800">
            <a:normAutofit/>
          </a:bodyPr>
          <a:lstStyle>
            <a:lvl1pPr indent="-228600" lvl="0" marL="457200" algn="l">
              <a:lnSpc>
                <a:spcPct val="100000"/>
              </a:lnSpc>
              <a:spcBef>
                <a:spcPts val="1540"/>
              </a:spcBef>
              <a:spcAft>
                <a:spcPts val="0"/>
              </a:spcAft>
              <a:buClr>
                <a:schemeClr val="dk1"/>
              </a:buClr>
              <a:buSzPts val="7700"/>
              <a:buNone/>
              <a:defRPr sz="7700"/>
            </a:lvl1pPr>
            <a:lvl2pPr indent="-228600" lvl="1" marL="914400" algn="l">
              <a:lnSpc>
                <a:spcPct val="100000"/>
              </a:lnSpc>
              <a:spcBef>
                <a:spcPts val="1320"/>
              </a:spcBef>
              <a:spcAft>
                <a:spcPts val="0"/>
              </a:spcAft>
              <a:buClr>
                <a:schemeClr val="dk1"/>
              </a:buClr>
              <a:buSzPts val="6600"/>
              <a:buNone/>
              <a:defRPr sz="6600"/>
            </a:lvl2pPr>
            <a:lvl3pPr indent="-228600" lvl="2" marL="1371600" algn="l">
              <a:lnSpc>
                <a:spcPct val="100000"/>
              </a:lnSpc>
              <a:spcBef>
                <a:spcPts val="1100"/>
              </a:spcBef>
              <a:spcAft>
                <a:spcPts val="0"/>
              </a:spcAft>
              <a:buClr>
                <a:schemeClr val="dk1"/>
              </a:buClr>
              <a:buSzPts val="5500"/>
              <a:buNone/>
              <a:defRPr sz="5500"/>
            </a:lvl3pPr>
            <a:lvl4pPr indent="-228600" lvl="3" marL="1828800" algn="l">
              <a:lnSpc>
                <a:spcPct val="100000"/>
              </a:lnSpc>
              <a:spcBef>
                <a:spcPts val="980"/>
              </a:spcBef>
              <a:spcAft>
                <a:spcPts val="0"/>
              </a:spcAft>
              <a:buClr>
                <a:schemeClr val="dk1"/>
              </a:buClr>
              <a:buSzPts val="4900"/>
              <a:buNone/>
              <a:defRPr sz="4900"/>
            </a:lvl4pPr>
            <a:lvl5pPr indent="-228600" lvl="4" marL="2286000" algn="l">
              <a:lnSpc>
                <a:spcPct val="100000"/>
              </a:lnSpc>
              <a:spcBef>
                <a:spcPts val="980"/>
              </a:spcBef>
              <a:spcAft>
                <a:spcPts val="0"/>
              </a:spcAft>
              <a:buClr>
                <a:schemeClr val="dk1"/>
              </a:buClr>
              <a:buSzPts val="4900"/>
              <a:buNone/>
              <a:defRPr sz="4900"/>
            </a:lvl5pPr>
            <a:lvl6pPr indent="-228600" lvl="5" marL="2743200" algn="l">
              <a:lnSpc>
                <a:spcPct val="100000"/>
              </a:lnSpc>
              <a:spcBef>
                <a:spcPts val="980"/>
              </a:spcBef>
              <a:spcAft>
                <a:spcPts val="0"/>
              </a:spcAft>
              <a:buClr>
                <a:schemeClr val="dk1"/>
              </a:buClr>
              <a:buSzPts val="4900"/>
              <a:buNone/>
              <a:defRPr sz="4900"/>
            </a:lvl6pPr>
            <a:lvl7pPr indent="-228600" lvl="6" marL="3200400" algn="l">
              <a:lnSpc>
                <a:spcPct val="100000"/>
              </a:lnSpc>
              <a:spcBef>
                <a:spcPts val="980"/>
              </a:spcBef>
              <a:spcAft>
                <a:spcPts val="0"/>
              </a:spcAft>
              <a:buClr>
                <a:schemeClr val="dk1"/>
              </a:buClr>
              <a:buSzPts val="4900"/>
              <a:buNone/>
              <a:defRPr sz="4900"/>
            </a:lvl7pPr>
            <a:lvl8pPr indent="-228600" lvl="7" marL="3657600" algn="l">
              <a:lnSpc>
                <a:spcPct val="100000"/>
              </a:lnSpc>
              <a:spcBef>
                <a:spcPts val="980"/>
              </a:spcBef>
              <a:spcAft>
                <a:spcPts val="0"/>
              </a:spcAft>
              <a:buClr>
                <a:schemeClr val="dk1"/>
              </a:buClr>
              <a:buSzPts val="4900"/>
              <a:buNone/>
              <a:defRPr sz="4900"/>
            </a:lvl8pPr>
            <a:lvl9pPr indent="-228600" lvl="8" marL="4114800" algn="l">
              <a:lnSpc>
                <a:spcPct val="100000"/>
              </a:lnSpc>
              <a:spcBef>
                <a:spcPts val="980"/>
              </a:spcBef>
              <a:spcAft>
                <a:spcPts val="0"/>
              </a:spcAft>
              <a:buClr>
                <a:schemeClr val="dk1"/>
              </a:buClr>
              <a:buSzPts val="4900"/>
              <a:buNone/>
              <a:defRPr sz="4900"/>
            </a:lvl9pPr>
          </a:lstStyle>
          <a:p/>
        </p:txBody>
      </p:sp>
      <p:sp>
        <p:nvSpPr>
          <p:cNvPr id="58" name="Google Shape;58;p10"/>
          <p:cNvSpPr txBox="1"/>
          <p:nvPr>
            <p:ph idx="10" type="dt"/>
          </p:nvPr>
        </p:nvSpPr>
        <p:spPr>
          <a:xfrm>
            <a:off x="2194560" y="30510482"/>
            <a:ext cx="10241280" cy="1752600"/>
          </a:xfrm>
          <a:prstGeom prst="rect">
            <a:avLst/>
          </a:prstGeom>
          <a:noFill/>
          <a:ln>
            <a:noFill/>
          </a:ln>
        </p:spPr>
        <p:txBody>
          <a:bodyPr anchorCtr="0" anchor="ctr" bIns="250800" lIns="501600" spcFirstLastPara="1" rIns="501600" wrap="square" tIns="250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0"/>
          <p:cNvSpPr txBox="1"/>
          <p:nvPr>
            <p:ph idx="11" type="ftr"/>
          </p:nvPr>
        </p:nvSpPr>
        <p:spPr>
          <a:xfrm>
            <a:off x="14996160" y="30510482"/>
            <a:ext cx="13898880" cy="1752600"/>
          </a:xfrm>
          <a:prstGeom prst="rect">
            <a:avLst/>
          </a:prstGeom>
          <a:noFill/>
          <a:ln>
            <a:noFill/>
          </a:ln>
        </p:spPr>
        <p:txBody>
          <a:bodyPr anchorCtr="0" anchor="ctr" bIns="250800" lIns="501600" spcFirstLastPara="1" rIns="501600" wrap="square" tIns="2508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0"/>
          <p:cNvSpPr txBox="1"/>
          <p:nvPr>
            <p:ph idx="12" type="sldNum"/>
          </p:nvPr>
        </p:nvSpPr>
        <p:spPr>
          <a:xfrm>
            <a:off x="31455360" y="30510482"/>
            <a:ext cx="10241280" cy="1752600"/>
          </a:xfrm>
          <a:prstGeom prst="rect">
            <a:avLst/>
          </a:prstGeom>
          <a:noFill/>
          <a:ln>
            <a:noFill/>
          </a:ln>
        </p:spPr>
        <p:txBody>
          <a:bodyPr anchorCtr="0" anchor="ctr" bIns="250800" lIns="501600" spcFirstLastPara="1" rIns="501600" wrap="square" tIns="250800">
            <a:noAutofit/>
          </a:bodyPr>
          <a:lstStyle>
            <a:lvl1pPr indent="0" lvl="0"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1"/>
          <p:cNvSpPr txBox="1"/>
          <p:nvPr>
            <p:ph type="title"/>
          </p:nvPr>
        </p:nvSpPr>
        <p:spPr>
          <a:xfrm>
            <a:off x="8602983" y="23042881"/>
            <a:ext cx="26334720" cy="2720342"/>
          </a:xfrm>
          <a:prstGeom prst="rect">
            <a:avLst/>
          </a:prstGeom>
          <a:noFill/>
          <a:ln>
            <a:noFill/>
          </a:ln>
        </p:spPr>
        <p:txBody>
          <a:bodyPr anchorCtr="0" anchor="b" bIns="250800" lIns="501600" spcFirstLastPara="1" rIns="501600" wrap="square" tIns="250800">
            <a:normAutofit/>
          </a:bodyPr>
          <a:lstStyle>
            <a:lvl1pPr lvl="0" algn="l">
              <a:lnSpc>
                <a:spcPct val="100000"/>
              </a:lnSpc>
              <a:spcBef>
                <a:spcPts val="0"/>
              </a:spcBef>
              <a:spcAft>
                <a:spcPts val="0"/>
              </a:spcAft>
              <a:buClr>
                <a:schemeClr val="dk1"/>
              </a:buClr>
              <a:buSzPts val="11000"/>
              <a:buFont typeface="Calibri"/>
              <a:buNone/>
              <a:defRPr b="1" sz="1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1"/>
          <p:cNvSpPr/>
          <p:nvPr>
            <p:ph idx="2" type="pic"/>
          </p:nvPr>
        </p:nvSpPr>
        <p:spPr>
          <a:xfrm>
            <a:off x="8602983" y="2941320"/>
            <a:ext cx="26334720" cy="19751040"/>
          </a:xfrm>
          <a:prstGeom prst="rect">
            <a:avLst/>
          </a:prstGeom>
          <a:noFill/>
          <a:ln>
            <a:noFill/>
          </a:ln>
        </p:spPr>
      </p:sp>
      <p:sp>
        <p:nvSpPr>
          <p:cNvPr id="64" name="Google Shape;64;p11"/>
          <p:cNvSpPr txBox="1"/>
          <p:nvPr>
            <p:ph idx="1" type="body"/>
          </p:nvPr>
        </p:nvSpPr>
        <p:spPr>
          <a:xfrm>
            <a:off x="8602983" y="25763223"/>
            <a:ext cx="26334720" cy="3863338"/>
          </a:xfrm>
          <a:prstGeom prst="rect">
            <a:avLst/>
          </a:prstGeom>
          <a:noFill/>
          <a:ln>
            <a:noFill/>
          </a:ln>
        </p:spPr>
        <p:txBody>
          <a:bodyPr anchorCtr="0" anchor="t" bIns="250800" lIns="501600" spcFirstLastPara="1" rIns="501600" wrap="square" tIns="250800">
            <a:normAutofit/>
          </a:bodyPr>
          <a:lstStyle>
            <a:lvl1pPr indent="-228600" lvl="0" marL="457200" algn="l">
              <a:lnSpc>
                <a:spcPct val="100000"/>
              </a:lnSpc>
              <a:spcBef>
                <a:spcPts val="1540"/>
              </a:spcBef>
              <a:spcAft>
                <a:spcPts val="0"/>
              </a:spcAft>
              <a:buClr>
                <a:schemeClr val="dk1"/>
              </a:buClr>
              <a:buSzPts val="7700"/>
              <a:buNone/>
              <a:defRPr sz="7700"/>
            </a:lvl1pPr>
            <a:lvl2pPr indent="-228600" lvl="1" marL="914400" algn="l">
              <a:lnSpc>
                <a:spcPct val="100000"/>
              </a:lnSpc>
              <a:spcBef>
                <a:spcPts val="1320"/>
              </a:spcBef>
              <a:spcAft>
                <a:spcPts val="0"/>
              </a:spcAft>
              <a:buClr>
                <a:schemeClr val="dk1"/>
              </a:buClr>
              <a:buSzPts val="6600"/>
              <a:buNone/>
              <a:defRPr sz="6600"/>
            </a:lvl2pPr>
            <a:lvl3pPr indent="-228600" lvl="2" marL="1371600" algn="l">
              <a:lnSpc>
                <a:spcPct val="100000"/>
              </a:lnSpc>
              <a:spcBef>
                <a:spcPts val="1100"/>
              </a:spcBef>
              <a:spcAft>
                <a:spcPts val="0"/>
              </a:spcAft>
              <a:buClr>
                <a:schemeClr val="dk1"/>
              </a:buClr>
              <a:buSzPts val="5500"/>
              <a:buNone/>
              <a:defRPr sz="5500"/>
            </a:lvl3pPr>
            <a:lvl4pPr indent="-228600" lvl="3" marL="1828800" algn="l">
              <a:lnSpc>
                <a:spcPct val="100000"/>
              </a:lnSpc>
              <a:spcBef>
                <a:spcPts val="980"/>
              </a:spcBef>
              <a:spcAft>
                <a:spcPts val="0"/>
              </a:spcAft>
              <a:buClr>
                <a:schemeClr val="dk1"/>
              </a:buClr>
              <a:buSzPts val="4900"/>
              <a:buNone/>
              <a:defRPr sz="4900"/>
            </a:lvl4pPr>
            <a:lvl5pPr indent="-228600" lvl="4" marL="2286000" algn="l">
              <a:lnSpc>
                <a:spcPct val="100000"/>
              </a:lnSpc>
              <a:spcBef>
                <a:spcPts val="980"/>
              </a:spcBef>
              <a:spcAft>
                <a:spcPts val="0"/>
              </a:spcAft>
              <a:buClr>
                <a:schemeClr val="dk1"/>
              </a:buClr>
              <a:buSzPts val="4900"/>
              <a:buNone/>
              <a:defRPr sz="4900"/>
            </a:lvl5pPr>
            <a:lvl6pPr indent="-228600" lvl="5" marL="2743200" algn="l">
              <a:lnSpc>
                <a:spcPct val="100000"/>
              </a:lnSpc>
              <a:spcBef>
                <a:spcPts val="980"/>
              </a:spcBef>
              <a:spcAft>
                <a:spcPts val="0"/>
              </a:spcAft>
              <a:buClr>
                <a:schemeClr val="dk1"/>
              </a:buClr>
              <a:buSzPts val="4900"/>
              <a:buNone/>
              <a:defRPr sz="4900"/>
            </a:lvl6pPr>
            <a:lvl7pPr indent="-228600" lvl="6" marL="3200400" algn="l">
              <a:lnSpc>
                <a:spcPct val="100000"/>
              </a:lnSpc>
              <a:spcBef>
                <a:spcPts val="980"/>
              </a:spcBef>
              <a:spcAft>
                <a:spcPts val="0"/>
              </a:spcAft>
              <a:buClr>
                <a:schemeClr val="dk1"/>
              </a:buClr>
              <a:buSzPts val="4900"/>
              <a:buNone/>
              <a:defRPr sz="4900"/>
            </a:lvl7pPr>
            <a:lvl8pPr indent="-228600" lvl="7" marL="3657600" algn="l">
              <a:lnSpc>
                <a:spcPct val="100000"/>
              </a:lnSpc>
              <a:spcBef>
                <a:spcPts val="980"/>
              </a:spcBef>
              <a:spcAft>
                <a:spcPts val="0"/>
              </a:spcAft>
              <a:buClr>
                <a:schemeClr val="dk1"/>
              </a:buClr>
              <a:buSzPts val="4900"/>
              <a:buNone/>
              <a:defRPr sz="4900"/>
            </a:lvl8pPr>
            <a:lvl9pPr indent="-228600" lvl="8" marL="4114800" algn="l">
              <a:lnSpc>
                <a:spcPct val="100000"/>
              </a:lnSpc>
              <a:spcBef>
                <a:spcPts val="980"/>
              </a:spcBef>
              <a:spcAft>
                <a:spcPts val="0"/>
              </a:spcAft>
              <a:buClr>
                <a:schemeClr val="dk1"/>
              </a:buClr>
              <a:buSzPts val="4900"/>
              <a:buNone/>
              <a:defRPr sz="4900"/>
            </a:lvl9pPr>
          </a:lstStyle>
          <a:p/>
        </p:txBody>
      </p:sp>
      <p:sp>
        <p:nvSpPr>
          <p:cNvPr id="65" name="Google Shape;65;p11"/>
          <p:cNvSpPr txBox="1"/>
          <p:nvPr>
            <p:ph idx="10" type="dt"/>
          </p:nvPr>
        </p:nvSpPr>
        <p:spPr>
          <a:xfrm>
            <a:off x="2194560" y="30510482"/>
            <a:ext cx="10241280" cy="1752600"/>
          </a:xfrm>
          <a:prstGeom prst="rect">
            <a:avLst/>
          </a:prstGeom>
          <a:noFill/>
          <a:ln>
            <a:noFill/>
          </a:ln>
        </p:spPr>
        <p:txBody>
          <a:bodyPr anchorCtr="0" anchor="ctr" bIns="250800" lIns="501600" spcFirstLastPara="1" rIns="501600" wrap="square" tIns="250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1"/>
          <p:cNvSpPr txBox="1"/>
          <p:nvPr>
            <p:ph idx="11" type="ftr"/>
          </p:nvPr>
        </p:nvSpPr>
        <p:spPr>
          <a:xfrm>
            <a:off x="14996160" y="30510482"/>
            <a:ext cx="13898880" cy="1752600"/>
          </a:xfrm>
          <a:prstGeom prst="rect">
            <a:avLst/>
          </a:prstGeom>
          <a:noFill/>
          <a:ln>
            <a:noFill/>
          </a:ln>
        </p:spPr>
        <p:txBody>
          <a:bodyPr anchorCtr="0" anchor="ctr" bIns="250800" lIns="501600" spcFirstLastPara="1" rIns="501600" wrap="square" tIns="2508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1"/>
          <p:cNvSpPr txBox="1"/>
          <p:nvPr>
            <p:ph idx="12" type="sldNum"/>
          </p:nvPr>
        </p:nvSpPr>
        <p:spPr>
          <a:xfrm>
            <a:off x="31455360" y="30510482"/>
            <a:ext cx="10241280" cy="1752600"/>
          </a:xfrm>
          <a:prstGeom prst="rect">
            <a:avLst/>
          </a:prstGeom>
          <a:noFill/>
          <a:ln>
            <a:noFill/>
          </a:ln>
        </p:spPr>
        <p:txBody>
          <a:bodyPr anchorCtr="0" anchor="ctr" bIns="250800" lIns="501600" spcFirstLastPara="1" rIns="501600" wrap="square" tIns="250800">
            <a:noAutofit/>
          </a:bodyPr>
          <a:lstStyle>
            <a:lvl1pPr indent="0" lvl="0"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2"/>
          <p:cNvSpPr txBox="1"/>
          <p:nvPr>
            <p:ph type="title"/>
          </p:nvPr>
        </p:nvSpPr>
        <p:spPr>
          <a:xfrm>
            <a:off x="2194560" y="1318262"/>
            <a:ext cx="39502080" cy="5486400"/>
          </a:xfrm>
          <a:prstGeom prst="rect">
            <a:avLst/>
          </a:prstGeom>
          <a:noFill/>
          <a:ln>
            <a:noFill/>
          </a:ln>
        </p:spPr>
        <p:txBody>
          <a:bodyPr anchorCtr="0" anchor="ctr" bIns="250800" lIns="501600" spcFirstLastPara="1" rIns="501600" wrap="square" tIns="2508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2"/>
          <p:cNvSpPr txBox="1"/>
          <p:nvPr>
            <p:ph idx="1" type="body"/>
          </p:nvPr>
        </p:nvSpPr>
        <p:spPr>
          <a:xfrm rot="5400000">
            <a:off x="11083289" y="-1207766"/>
            <a:ext cx="21724622" cy="39502080"/>
          </a:xfrm>
          <a:prstGeom prst="rect">
            <a:avLst/>
          </a:prstGeom>
          <a:noFill/>
          <a:ln>
            <a:noFill/>
          </a:ln>
        </p:spPr>
        <p:txBody>
          <a:bodyPr anchorCtr="0" anchor="t" bIns="250800" lIns="501600" spcFirstLastPara="1" rIns="501600" wrap="square" tIns="2508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2"/>
          <p:cNvSpPr txBox="1"/>
          <p:nvPr>
            <p:ph idx="10" type="dt"/>
          </p:nvPr>
        </p:nvSpPr>
        <p:spPr>
          <a:xfrm>
            <a:off x="2194560" y="30510482"/>
            <a:ext cx="10241280" cy="1752600"/>
          </a:xfrm>
          <a:prstGeom prst="rect">
            <a:avLst/>
          </a:prstGeom>
          <a:noFill/>
          <a:ln>
            <a:noFill/>
          </a:ln>
        </p:spPr>
        <p:txBody>
          <a:bodyPr anchorCtr="0" anchor="ctr" bIns="250800" lIns="501600" spcFirstLastPara="1" rIns="501600" wrap="square" tIns="250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2"/>
          <p:cNvSpPr txBox="1"/>
          <p:nvPr>
            <p:ph idx="11" type="ftr"/>
          </p:nvPr>
        </p:nvSpPr>
        <p:spPr>
          <a:xfrm>
            <a:off x="14996160" y="30510482"/>
            <a:ext cx="13898880" cy="1752600"/>
          </a:xfrm>
          <a:prstGeom prst="rect">
            <a:avLst/>
          </a:prstGeom>
          <a:noFill/>
          <a:ln>
            <a:noFill/>
          </a:ln>
        </p:spPr>
        <p:txBody>
          <a:bodyPr anchorCtr="0" anchor="ctr" bIns="250800" lIns="501600" spcFirstLastPara="1" rIns="501600" wrap="square" tIns="2508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2"/>
          <p:cNvSpPr txBox="1"/>
          <p:nvPr>
            <p:ph idx="12" type="sldNum"/>
          </p:nvPr>
        </p:nvSpPr>
        <p:spPr>
          <a:xfrm>
            <a:off x="31455360" y="30510482"/>
            <a:ext cx="10241280" cy="1752600"/>
          </a:xfrm>
          <a:prstGeom prst="rect">
            <a:avLst/>
          </a:prstGeom>
          <a:noFill/>
          <a:ln>
            <a:noFill/>
          </a:ln>
        </p:spPr>
        <p:txBody>
          <a:bodyPr anchorCtr="0" anchor="ctr" bIns="250800" lIns="501600" spcFirstLastPara="1" rIns="501600" wrap="square" tIns="250800">
            <a:noAutofit/>
          </a:bodyPr>
          <a:lstStyle>
            <a:lvl1pPr indent="0" lvl="0"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3"/>
          <p:cNvSpPr txBox="1"/>
          <p:nvPr>
            <p:ph type="title"/>
          </p:nvPr>
        </p:nvSpPr>
        <p:spPr>
          <a:xfrm rot="5400000">
            <a:off x="86563206" y="74615043"/>
            <a:ext cx="179763418" cy="47404019"/>
          </a:xfrm>
          <a:prstGeom prst="rect">
            <a:avLst/>
          </a:prstGeom>
          <a:noFill/>
          <a:ln>
            <a:noFill/>
          </a:ln>
        </p:spPr>
        <p:txBody>
          <a:bodyPr anchorCtr="0" anchor="ctr" bIns="250800" lIns="501600" spcFirstLastPara="1" rIns="501600" wrap="square" tIns="2508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3"/>
          <p:cNvSpPr txBox="1"/>
          <p:nvPr>
            <p:ph idx="1" type="body"/>
          </p:nvPr>
        </p:nvSpPr>
        <p:spPr>
          <a:xfrm rot="5400000">
            <a:off x="-8610595" y="27576781"/>
            <a:ext cx="179763418" cy="141480543"/>
          </a:xfrm>
          <a:prstGeom prst="rect">
            <a:avLst/>
          </a:prstGeom>
          <a:noFill/>
          <a:ln>
            <a:noFill/>
          </a:ln>
        </p:spPr>
        <p:txBody>
          <a:bodyPr anchorCtr="0" anchor="t" bIns="250800" lIns="501600" spcFirstLastPara="1" rIns="501600" wrap="square" tIns="2508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3"/>
          <p:cNvSpPr txBox="1"/>
          <p:nvPr>
            <p:ph idx="10" type="dt"/>
          </p:nvPr>
        </p:nvSpPr>
        <p:spPr>
          <a:xfrm>
            <a:off x="2194560" y="30510482"/>
            <a:ext cx="10241280" cy="1752600"/>
          </a:xfrm>
          <a:prstGeom prst="rect">
            <a:avLst/>
          </a:prstGeom>
          <a:noFill/>
          <a:ln>
            <a:noFill/>
          </a:ln>
        </p:spPr>
        <p:txBody>
          <a:bodyPr anchorCtr="0" anchor="ctr" bIns="250800" lIns="501600" spcFirstLastPara="1" rIns="501600" wrap="square" tIns="250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3"/>
          <p:cNvSpPr txBox="1"/>
          <p:nvPr>
            <p:ph idx="11" type="ftr"/>
          </p:nvPr>
        </p:nvSpPr>
        <p:spPr>
          <a:xfrm>
            <a:off x="14996160" y="30510482"/>
            <a:ext cx="13898880" cy="1752600"/>
          </a:xfrm>
          <a:prstGeom prst="rect">
            <a:avLst/>
          </a:prstGeom>
          <a:noFill/>
          <a:ln>
            <a:noFill/>
          </a:ln>
        </p:spPr>
        <p:txBody>
          <a:bodyPr anchorCtr="0" anchor="ctr" bIns="250800" lIns="501600" spcFirstLastPara="1" rIns="501600" wrap="square" tIns="2508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3"/>
          <p:cNvSpPr txBox="1"/>
          <p:nvPr>
            <p:ph idx="12" type="sldNum"/>
          </p:nvPr>
        </p:nvSpPr>
        <p:spPr>
          <a:xfrm>
            <a:off x="31455360" y="30510482"/>
            <a:ext cx="10241280" cy="1752600"/>
          </a:xfrm>
          <a:prstGeom prst="rect">
            <a:avLst/>
          </a:prstGeom>
          <a:noFill/>
          <a:ln>
            <a:noFill/>
          </a:ln>
        </p:spPr>
        <p:txBody>
          <a:bodyPr anchorCtr="0" anchor="ctr" bIns="250800" lIns="501600" spcFirstLastPara="1" rIns="501600" wrap="square" tIns="250800">
            <a:noAutofit/>
          </a:bodyPr>
          <a:lstStyle>
            <a:lvl1pPr indent="0" lvl="0"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4" name="Shape 84"/>
        <p:cNvGrpSpPr/>
        <p:nvPr/>
      </p:nvGrpSpPr>
      <p:grpSpPr>
        <a:xfrm>
          <a:off x="0" y="0"/>
          <a:ext cx="0" cy="0"/>
          <a:chOff x="0" y="0"/>
          <a:chExt cx="0" cy="0"/>
        </a:xfrm>
      </p:grpSpPr>
      <p:sp>
        <p:nvSpPr>
          <p:cNvPr id="85" name="Google Shape;85;p15"/>
          <p:cNvSpPr txBox="1"/>
          <p:nvPr>
            <p:ph type="ctrTitle"/>
          </p:nvPr>
        </p:nvSpPr>
        <p:spPr>
          <a:xfrm>
            <a:off x="1496200" y="4765280"/>
            <a:ext cx="40899300" cy="13136700"/>
          </a:xfrm>
          <a:prstGeom prst="rect">
            <a:avLst/>
          </a:prstGeom>
          <a:noFill/>
          <a:ln>
            <a:noFill/>
          </a:ln>
        </p:spPr>
        <p:txBody>
          <a:bodyPr anchorCtr="0" anchor="b" bIns="552625" lIns="552625" spcFirstLastPara="1" rIns="552625" wrap="square" tIns="552625">
            <a:normAutofit/>
          </a:bodyPr>
          <a:lstStyle>
            <a:lvl1pPr lvl="0" algn="ctr">
              <a:lnSpc>
                <a:spcPct val="100000"/>
              </a:lnSpc>
              <a:spcBef>
                <a:spcPts val="0"/>
              </a:spcBef>
              <a:spcAft>
                <a:spcPts val="0"/>
              </a:spcAft>
              <a:buSzPts val="31431"/>
              <a:buNone/>
              <a:defRPr sz="31431"/>
            </a:lvl1pPr>
            <a:lvl2pPr lvl="1" algn="ctr">
              <a:lnSpc>
                <a:spcPct val="100000"/>
              </a:lnSpc>
              <a:spcBef>
                <a:spcPts val="0"/>
              </a:spcBef>
              <a:spcAft>
                <a:spcPts val="0"/>
              </a:spcAft>
              <a:buSzPts val="31431"/>
              <a:buNone/>
              <a:defRPr sz="31431"/>
            </a:lvl2pPr>
            <a:lvl3pPr lvl="2" algn="ctr">
              <a:lnSpc>
                <a:spcPct val="100000"/>
              </a:lnSpc>
              <a:spcBef>
                <a:spcPts val="0"/>
              </a:spcBef>
              <a:spcAft>
                <a:spcPts val="0"/>
              </a:spcAft>
              <a:buSzPts val="31431"/>
              <a:buNone/>
              <a:defRPr sz="31431"/>
            </a:lvl3pPr>
            <a:lvl4pPr lvl="3" algn="ctr">
              <a:lnSpc>
                <a:spcPct val="100000"/>
              </a:lnSpc>
              <a:spcBef>
                <a:spcPts val="0"/>
              </a:spcBef>
              <a:spcAft>
                <a:spcPts val="0"/>
              </a:spcAft>
              <a:buSzPts val="31431"/>
              <a:buNone/>
              <a:defRPr sz="31431"/>
            </a:lvl4pPr>
            <a:lvl5pPr lvl="4" algn="ctr">
              <a:lnSpc>
                <a:spcPct val="100000"/>
              </a:lnSpc>
              <a:spcBef>
                <a:spcPts val="0"/>
              </a:spcBef>
              <a:spcAft>
                <a:spcPts val="0"/>
              </a:spcAft>
              <a:buSzPts val="31431"/>
              <a:buNone/>
              <a:defRPr sz="31431"/>
            </a:lvl5pPr>
            <a:lvl6pPr lvl="5" algn="ctr">
              <a:lnSpc>
                <a:spcPct val="100000"/>
              </a:lnSpc>
              <a:spcBef>
                <a:spcPts val="0"/>
              </a:spcBef>
              <a:spcAft>
                <a:spcPts val="0"/>
              </a:spcAft>
              <a:buSzPts val="31431"/>
              <a:buNone/>
              <a:defRPr sz="31431"/>
            </a:lvl6pPr>
            <a:lvl7pPr lvl="6" algn="ctr">
              <a:lnSpc>
                <a:spcPct val="100000"/>
              </a:lnSpc>
              <a:spcBef>
                <a:spcPts val="0"/>
              </a:spcBef>
              <a:spcAft>
                <a:spcPts val="0"/>
              </a:spcAft>
              <a:buSzPts val="31431"/>
              <a:buNone/>
              <a:defRPr sz="31431"/>
            </a:lvl7pPr>
            <a:lvl8pPr lvl="7" algn="ctr">
              <a:lnSpc>
                <a:spcPct val="100000"/>
              </a:lnSpc>
              <a:spcBef>
                <a:spcPts val="0"/>
              </a:spcBef>
              <a:spcAft>
                <a:spcPts val="0"/>
              </a:spcAft>
              <a:buSzPts val="31431"/>
              <a:buNone/>
              <a:defRPr sz="31431"/>
            </a:lvl8pPr>
            <a:lvl9pPr lvl="8" algn="ctr">
              <a:lnSpc>
                <a:spcPct val="100000"/>
              </a:lnSpc>
              <a:spcBef>
                <a:spcPts val="0"/>
              </a:spcBef>
              <a:spcAft>
                <a:spcPts val="0"/>
              </a:spcAft>
              <a:buSzPts val="31431"/>
              <a:buNone/>
              <a:defRPr sz="31431"/>
            </a:lvl9pPr>
          </a:lstStyle>
          <a:p/>
        </p:txBody>
      </p:sp>
      <p:sp>
        <p:nvSpPr>
          <p:cNvPr id="86" name="Google Shape;86;p15"/>
          <p:cNvSpPr txBox="1"/>
          <p:nvPr>
            <p:ph idx="1" type="subTitle"/>
          </p:nvPr>
        </p:nvSpPr>
        <p:spPr>
          <a:xfrm>
            <a:off x="1496160" y="18138400"/>
            <a:ext cx="40899300" cy="5072700"/>
          </a:xfrm>
          <a:prstGeom prst="rect">
            <a:avLst/>
          </a:prstGeom>
          <a:noFill/>
          <a:ln>
            <a:noFill/>
          </a:ln>
        </p:spPr>
        <p:txBody>
          <a:bodyPr anchorCtr="0" anchor="t" bIns="552625" lIns="552625" spcFirstLastPara="1" rIns="552625" wrap="square" tIns="552625">
            <a:normAutofit/>
          </a:bodyPr>
          <a:lstStyle>
            <a:lvl1pPr lvl="0" algn="ctr">
              <a:lnSpc>
                <a:spcPct val="100000"/>
              </a:lnSpc>
              <a:spcBef>
                <a:spcPts val="0"/>
              </a:spcBef>
              <a:spcAft>
                <a:spcPts val="0"/>
              </a:spcAft>
              <a:buSzPts val="16924"/>
              <a:buNone/>
              <a:defRPr sz="16924"/>
            </a:lvl1pPr>
            <a:lvl2pPr lvl="1" algn="ctr">
              <a:lnSpc>
                <a:spcPct val="100000"/>
              </a:lnSpc>
              <a:spcBef>
                <a:spcPts val="0"/>
              </a:spcBef>
              <a:spcAft>
                <a:spcPts val="0"/>
              </a:spcAft>
              <a:buSzPts val="16924"/>
              <a:buNone/>
              <a:defRPr sz="16924"/>
            </a:lvl2pPr>
            <a:lvl3pPr lvl="2" algn="ctr">
              <a:lnSpc>
                <a:spcPct val="100000"/>
              </a:lnSpc>
              <a:spcBef>
                <a:spcPts val="0"/>
              </a:spcBef>
              <a:spcAft>
                <a:spcPts val="0"/>
              </a:spcAft>
              <a:buSzPts val="16924"/>
              <a:buNone/>
              <a:defRPr sz="16924"/>
            </a:lvl3pPr>
            <a:lvl4pPr lvl="3" algn="ctr">
              <a:lnSpc>
                <a:spcPct val="100000"/>
              </a:lnSpc>
              <a:spcBef>
                <a:spcPts val="0"/>
              </a:spcBef>
              <a:spcAft>
                <a:spcPts val="0"/>
              </a:spcAft>
              <a:buSzPts val="16924"/>
              <a:buNone/>
              <a:defRPr sz="16924"/>
            </a:lvl4pPr>
            <a:lvl5pPr lvl="4" algn="ctr">
              <a:lnSpc>
                <a:spcPct val="100000"/>
              </a:lnSpc>
              <a:spcBef>
                <a:spcPts val="0"/>
              </a:spcBef>
              <a:spcAft>
                <a:spcPts val="0"/>
              </a:spcAft>
              <a:buSzPts val="16924"/>
              <a:buNone/>
              <a:defRPr sz="16924"/>
            </a:lvl5pPr>
            <a:lvl6pPr lvl="5" algn="ctr">
              <a:lnSpc>
                <a:spcPct val="100000"/>
              </a:lnSpc>
              <a:spcBef>
                <a:spcPts val="0"/>
              </a:spcBef>
              <a:spcAft>
                <a:spcPts val="0"/>
              </a:spcAft>
              <a:buSzPts val="16924"/>
              <a:buNone/>
              <a:defRPr sz="16924"/>
            </a:lvl6pPr>
            <a:lvl7pPr lvl="6" algn="ctr">
              <a:lnSpc>
                <a:spcPct val="100000"/>
              </a:lnSpc>
              <a:spcBef>
                <a:spcPts val="0"/>
              </a:spcBef>
              <a:spcAft>
                <a:spcPts val="0"/>
              </a:spcAft>
              <a:buSzPts val="16924"/>
              <a:buNone/>
              <a:defRPr sz="16924"/>
            </a:lvl7pPr>
            <a:lvl8pPr lvl="7" algn="ctr">
              <a:lnSpc>
                <a:spcPct val="100000"/>
              </a:lnSpc>
              <a:spcBef>
                <a:spcPts val="0"/>
              </a:spcBef>
              <a:spcAft>
                <a:spcPts val="0"/>
              </a:spcAft>
              <a:buSzPts val="16924"/>
              <a:buNone/>
              <a:defRPr sz="16924"/>
            </a:lvl8pPr>
            <a:lvl9pPr lvl="8" algn="ctr">
              <a:lnSpc>
                <a:spcPct val="100000"/>
              </a:lnSpc>
              <a:spcBef>
                <a:spcPts val="0"/>
              </a:spcBef>
              <a:spcAft>
                <a:spcPts val="0"/>
              </a:spcAft>
              <a:buSzPts val="16924"/>
              <a:buNone/>
              <a:defRPr sz="16924"/>
            </a:lvl9pPr>
          </a:lstStyle>
          <a:p/>
        </p:txBody>
      </p:sp>
      <p:sp>
        <p:nvSpPr>
          <p:cNvPr id="87" name="Google Shape;87;p15"/>
          <p:cNvSpPr txBox="1"/>
          <p:nvPr>
            <p:ph idx="12" type="sldNum"/>
          </p:nvPr>
        </p:nvSpPr>
        <p:spPr>
          <a:xfrm>
            <a:off x="40667798" y="29844588"/>
            <a:ext cx="2633700" cy="2519100"/>
          </a:xfrm>
          <a:prstGeom prst="rect">
            <a:avLst/>
          </a:prstGeom>
          <a:noFill/>
          <a:ln>
            <a:noFill/>
          </a:ln>
        </p:spPr>
        <p:txBody>
          <a:bodyPr anchorCtr="0" anchor="ctr" bIns="552625" lIns="552625" spcFirstLastPara="1" rIns="552625" wrap="square" tIns="552625">
            <a:normAutofit/>
          </a:bodyPr>
          <a:lstStyle>
            <a:lvl1pPr indent="0" lvl="0"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8" name="Shape 88"/>
        <p:cNvGrpSpPr/>
        <p:nvPr/>
      </p:nvGrpSpPr>
      <p:grpSpPr>
        <a:xfrm>
          <a:off x="0" y="0"/>
          <a:ext cx="0" cy="0"/>
          <a:chOff x="0" y="0"/>
          <a:chExt cx="0" cy="0"/>
        </a:xfrm>
      </p:grpSpPr>
      <p:sp>
        <p:nvSpPr>
          <p:cNvPr id="89" name="Google Shape;89;p16"/>
          <p:cNvSpPr txBox="1"/>
          <p:nvPr>
            <p:ph type="title"/>
          </p:nvPr>
        </p:nvSpPr>
        <p:spPr>
          <a:xfrm>
            <a:off x="1496160" y="13765440"/>
            <a:ext cx="40899300" cy="5387700"/>
          </a:xfrm>
          <a:prstGeom prst="rect">
            <a:avLst/>
          </a:prstGeom>
          <a:noFill/>
          <a:ln>
            <a:noFill/>
          </a:ln>
        </p:spPr>
        <p:txBody>
          <a:bodyPr anchorCtr="0" anchor="ctr" bIns="552625" lIns="552625" spcFirstLastPara="1" rIns="552625" wrap="square" tIns="552625">
            <a:normAutofit/>
          </a:bodyPr>
          <a:lstStyle>
            <a:lvl1pPr lvl="0" algn="ctr">
              <a:lnSpc>
                <a:spcPct val="100000"/>
              </a:lnSpc>
              <a:spcBef>
                <a:spcPts val="0"/>
              </a:spcBef>
              <a:spcAft>
                <a:spcPts val="0"/>
              </a:spcAft>
              <a:buSzPts val="21760"/>
              <a:buNone/>
              <a:defRPr sz="21760"/>
            </a:lvl1pPr>
            <a:lvl2pPr lvl="1" algn="ctr">
              <a:lnSpc>
                <a:spcPct val="100000"/>
              </a:lnSpc>
              <a:spcBef>
                <a:spcPts val="0"/>
              </a:spcBef>
              <a:spcAft>
                <a:spcPts val="0"/>
              </a:spcAft>
              <a:buSzPts val="21760"/>
              <a:buNone/>
              <a:defRPr sz="21760"/>
            </a:lvl2pPr>
            <a:lvl3pPr lvl="2" algn="ctr">
              <a:lnSpc>
                <a:spcPct val="100000"/>
              </a:lnSpc>
              <a:spcBef>
                <a:spcPts val="0"/>
              </a:spcBef>
              <a:spcAft>
                <a:spcPts val="0"/>
              </a:spcAft>
              <a:buSzPts val="21760"/>
              <a:buNone/>
              <a:defRPr sz="21760"/>
            </a:lvl3pPr>
            <a:lvl4pPr lvl="3" algn="ctr">
              <a:lnSpc>
                <a:spcPct val="100000"/>
              </a:lnSpc>
              <a:spcBef>
                <a:spcPts val="0"/>
              </a:spcBef>
              <a:spcAft>
                <a:spcPts val="0"/>
              </a:spcAft>
              <a:buSzPts val="21760"/>
              <a:buNone/>
              <a:defRPr sz="21760"/>
            </a:lvl4pPr>
            <a:lvl5pPr lvl="4" algn="ctr">
              <a:lnSpc>
                <a:spcPct val="100000"/>
              </a:lnSpc>
              <a:spcBef>
                <a:spcPts val="0"/>
              </a:spcBef>
              <a:spcAft>
                <a:spcPts val="0"/>
              </a:spcAft>
              <a:buSzPts val="21760"/>
              <a:buNone/>
              <a:defRPr sz="21760"/>
            </a:lvl5pPr>
            <a:lvl6pPr lvl="5" algn="ctr">
              <a:lnSpc>
                <a:spcPct val="100000"/>
              </a:lnSpc>
              <a:spcBef>
                <a:spcPts val="0"/>
              </a:spcBef>
              <a:spcAft>
                <a:spcPts val="0"/>
              </a:spcAft>
              <a:buSzPts val="21760"/>
              <a:buNone/>
              <a:defRPr sz="21760"/>
            </a:lvl6pPr>
            <a:lvl7pPr lvl="6" algn="ctr">
              <a:lnSpc>
                <a:spcPct val="100000"/>
              </a:lnSpc>
              <a:spcBef>
                <a:spcPts val="0"/>
              </a:spcBef>
              <a:spcAft>
                <a:spcPts val="0"/>
              </a:spcAft>
              <a:buSzPts val="21760"/>
              <a:buNone/>
              <a:defRPr sz="21760"/>
            </a:lvl7pPr>
            <a:lvl8pPr lvl="7" algn="ctr">
              <a:lnSpc>
                <a:spcPct val="100000"/>
              </a:lnSpc>
              <a:spcBef>
                <a:spcPts val="0"/>
              </a:spcBef>
              <a:spcAft>
                <a:spcPts val="0"/>
              </a:spcAft>
              <a:buSzPts val="21760"/>
              <a:buNone/>
              <a:defRPr sz="21760"/>
            </a:lvl8pPr>
            <a:lvl9pPr lvl="8" algn="ctr">
              <a:lnSpc>
                <a:spcPct val="100000"/>
              </a:lnSpc>
              <a:spcBef>
                <a:spcPts val="0"/>
              </a:spcBef>
              <a:spcAft>
                <a:spcPts val="0"/>
              </a:spcAft>
              <a:buSzPts val="21760"/>
              <a:buNone/>
              <a:defRPr sz="21760"/>
            </a:lvl9pPr>
          </a:lstStyle>
          <a:p/>
        </p:txBody>
      </p:sp>
      <p:sp>
        <p:nvSpPr>
          <p:cNvPr id="90" name="Google Shape;90;p16"/>
          <p:cNvSpPr txBox="1"/>
          <p:nvPr>
            <p:ph idx="12" type="sldNum"/>
          </p:nvPr>
        </p:nvSpPr>
        <p:spPr>
          <a:xfrm>
            <a:off x="40667798" y="29844588"/>
            <a:ext cx="2633700" cy="2519100"/>
          </a:xfrm>
          <a:prstGeom prst="rect">
            <a:avLst/>
          </a:prstGeom>
          <a:noFill/>
          <a:ln>
            <a:noFill/>
          </a:ln>
        </p:spPr>
        <p:txBody>
          <a:bodyPr anchorCtr="0" anchor="ctr" bIns="552625" lIns="552625" spcFirstLastPara="1" rIns="552625" wrap="square" tIns="552625">
            <a:normAutofit/>
          </a:bodyPr>
          <a:lstStyle>
            <a:lvl1pPr indent="0" lvl="0"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1" name="Shape 91"/>
        <p:cNvGrpSpPr/>
        <p:nvPr/>
      </p:nvGrpSpPr>
      <p:grpSpPr>
        <a:xfrm>
          <a:off x="0" y="0"/>
          <a:ext cx="0" cy="0"/>
          <a:chOff x="0" y="0"/>
          <a:chExt cx="0" cy="0"/>
        </a:xfrm>
      </p:grpSpPr>
      <p:sp>
        <p:nvSpPr>
          <p:cNvPr id="92" name="Google Shape;92;p17"/>
          <p:cNvSpPr txBox="1"/>
          <p:nvPr>
            <p:ph type="title"/>
          </p:nvPr>
        </p:nvSpPr>
        <p:spPr>
          <a:xfrm>
            <a:off x="1496160" y="2848160"/>
            <a:ext cx="40899300" cy="3665400"/>
          </a:xfrm>
          <a:prstGeom prst="rect">
            <a:avLst/>
          </a:prstGeom>
          <a:noFill/>
          <a:ln>
            <a:noFill/>
          </a:ln>
        </p:spPr>
        <p:txBody>
          <a:bodyPr anchorCtr="0" anchor="t" bIns="552625" lIns="552625" spcFirstLastPara="1" rIns="552625" wrap="square" tIns="552625">
            <a:normAutofit/>
          </a:bodyPr>
          <a:lstStyle>
            <a:lvl1pPr lvl="0" algn="l">
              <a:lnSpc>
                <a:spcPct val="100000"/>
              </a:lnSpc>
              <a:spcBef>
                <a:spcPts val="0"/>
              </a:spcBef>
              <a:spcAft>
                <a:spcPts val="0"/>
              </a:spcAft>
              <a:buSzPts val="16924"/>
              <a:buNone/>
              <a:defRPr sz="16924"/>
            </a:lvl1pPr>
            <a:lvl2pPr lvl="1" algn="l">
              <a:lnSpc>
                <a:spcPct val="100000"/>
              </a:lnSpc>
              <a:spcBef>
                <a:spcPts val="0"/>
              </a:spcBef>
              <a:spcAft>
                <a:spcPts val="0"/>
              </a:spcAft>
              <a:buSzPts val="16924"/>
              <a:buNone/>
              <a:defRPr sz="16924"/>
            </a:lvl2pPr>
            <a:lvl3pPr lvl="2" algn="l">
              <a:lnSpc>
                <a:spcPct val="100000"/>
              </a:lnSpc>
              <a:spcBef>
                <a:spcPts val="0"/>
              </a:spcBef>
              <a:spcAft>
                <a:spcPts val="0"/>
              </a:spcAft>
              <a:buSzPts val="16924"/>
              <a:buNone/>
              <a:defRPr sz="16924"/>
            </a:lvl3pPr>
            <a:lvl4pPr lvl="3" algn="l">
              <a:lnSpc>
                <a:spcPct val="100000"/>
              </a:lnSpc>
              <a:spcBef>
                <a:spcPts val="0"/>
              </a:spcBef>
              <a:spcAft>
                <a:spcPts val="0"/>
              </a:spcAft>
              <a:buSzPts val="16924"/>
              <a:buNone/>
              <a:defRPr sz="16924"/>
            </a:lvl4pPr>
            <a:lvl5pPr lvl="4" algn="l">
              <a:lnSpc>
                <a:spcPct val="100000"/>
              </a:lnSpc>
              <a:spcBef>
                <a:spcPts val="0"/>
              </a:spcBef>
              <a:spcAft>
                <a:spcPts val="0"/>
              </a:spcAft>
              <a:buSzPts val="16924"/>
              <a:buNone/>
              <a:defRPr sz="16924"/>
            </a:lvl5pPr>
            <a:lvl6pPr lvl="5" algn="l">
              <a:lnSpc>
                <a:spcPct val="100000"/>
              </a:lnSpc>
              <a:spcBef>
                <a:spcPts val="0"/>
              </a:spcBef>
              <a:spcAft>
                <a:spcPts val="0"/>
              </a:spcAft>
              <a:buSzPts val="16924"/>
              <a:buNone/>
              <a:defRPr sz="16924"/>
            </a:lvl6pPr>
            <a:lvl7pPr lvl="6" algn="l">
              <a:lnSpc>
                <a:spcPct val="100000"/>
              </a:lnSpc>
              <a:spcBef>
                <a:spcPts val="0"/>
              </a:spcBef>
              <a:spcAft>
                <a:spcPts val="0"/>
              </a:spcAft>
              <a:buSzPts val="16924"/>
              <a:buNone/>
              <a:defRPr sz="16924"/>
            </a:lvl7pPr>
            <a:lvl8pPr lvl="7" algn="l">
              <a:lnSpc>
                <a:spcPct val="100000"/>
              </a:lnSpc>
              <a:spcBef>
                <a:spcPts val="0"/>
              </a:spcBef>
              <a:spcAft>
                <a:spcPts val="0"/>
              </a:spcAft>
              <a:buSzPts val="16924"/>
              <a:buNone/>
              <a:defRPr sz="16924"/>
            </a:lvl8pPr>
            <a:lvl9pPr lvl="8" algn="l">
              <a:lnSpc>
                <a:spcPct val="100000"/>
              </a:lnSpc>
              <a:spcBef>
                <a:spcPts val="0"/>
              </a:spcBef>
              <a:spcAft>
                <a:spcPts val="0"/>
              </a:spcAft>
              <a:buSzPts val="16924"/>
              <a:buNone/>
              <a:defRPr sz="16924"/>
            </a:lvl9pPr>
          </a:lstStyle>
          <a:p/>
        </p:txBody>
      </p:sp>
      <p:sp>
        <p:nvSpPr>
          <p:cNvPr id="93" name="Google Shape;93;p17"/>
          <p:cNvSpPr txBox="1"/>
          <p:nvPr>
            <p:ph idx="1" type="body"/>
          </p:nvPr>
        </p:nvSpPr>
        <p:spPr>
          <a:xfrm>
            <a:off x="1496160" y="7375840"/>
            <a:ext cx="40899300" cy="21865200"/>
          </a:xfrm>
          <a:prstGeom prst="rect">
            <a:avLst/>
          </a:prstGeom>
          <a:noFill/>
          <a:ln>
            <a:noFill/>
          </a:ln>
        </p:spPr>
        <p:txBody>
          <a:bodyPr anchorCtr="0" anchor="t" bIns="552625" lIns="552625" spcFirstLastPara="1" rIns="552625" wrap="square" tIns="552625">
            <a:normAutofit/>
          </a:bodyPr>
          <a:lstStyle>
            <a:lvl1pPr indent="-919480" lvl="0" marL="457200" algn="l">
              <a:lnSpc>
                <a:spcPct val="115000"/>
              </a:lnSpc>
              <a:spcBef>
                <a:spcPts val="0"/>
              </a:spcBef>
              <a:spcAft>
                <a:spcPts val="0"/>
              </a:spcAft>
              <a:buSzPts val="10880"/>
              <a:buChar char="●"/>
              <a:defRPr sz="10880"/>
            </a:lvl1pPr>
            <a:lvl2pPr indent="-765937" lvl="1" marL="914400" algn="l">
              <a:lnSpc>
                <a:spcPct val="115000"/>
              </a:lnSpc>
              <a:spcBef>
                <a:spcPts val="0"/>
              </a:spcBef>
              <a:spcAft>
                <a:spcPts val="0"/>
              </a:spcAft>
              <a:buSzPts val="8462"/>
              <a:buChar char="○"/>
              <a:defRPr sz="8462"/>
            </a:lvl2pPr>
            <a:lvl3pPr indent="-765937" lvl="2" marL="1371600" algn="l">
              <a:lnSpc>
                <a:spcPct val="115000"/>
              </a:lnSpc>
              <a:spcBef>
                <a:spcPts val="0"/>
              </a:spcBef>
              <a:spcAft>
                <a:spcPts val="0"/>
              </a:spcAft>
              <a:buSzPts val="8462"/>
              <a:buChar char="■"/>
              <a:defRPr sz="8462"/>
            </a:lvl3pPr>
            <a:lvl4pPr indent="-765937" lvl="3" marL="1828800" algn="l">
              <a:lnSpc>
                <a:spcPct val="115000"/>
              </a:lnSpc>
              <a:spcBef>
                <a:spcPts val="0"/>
              </a:spcBef>
              <a:spcAft>
                <a:spcPts val="0"/>
              </a:spcAft>
              <a:buSzPts val="8462"/>
              <a:buChar char="●"/>
              <a:defRPr sz="8462"/>
            </a:lvl4pPr>
            <a:lvl5pPr indent="-765937" lvl="4" marL="2286000" algn="l">
              <a:lnSpc>
                <a:spcPct val="115000"/>
              </a:lnSpc>
              <a:spcBef>
                <a:spcPts val="0"/>
              </a:spcBef>
              <a:spcAft>
                <a:spcPts val="0"/>
              </a:spcAft>
              <a:buSzPts val="8462"/>
              <a:buChar char="○"/>
              <a:defRPr sz="8462"/>
            </a:lvl5pPr>
            <a:lvl6pPr indent="-765937" lvl="5" marL="2743200" algn="l">
              <a:lnSpc>
                <a:spcPct val="115000"/>
              </a:lnSpc>
              <a:spcBef>
                <a:spcPts val="0"/>
              </a:spcBef>
              <a:spcAft>
                <a:spcPts val="0"/>
              </a:spcAft>
              <a:buSzPts val="8462"/>
              <a:buChar char="■"/>
              <a:defRPr sz="8462"/>
            </a:lvl6pPr>
            <a:lvl7pPr indent="-765937" lvl="6" marL="3200400" algn="l">
              <a:lnSpc>
                <a:spcPct val="115000"/>
              </a:lnSpc>
              <a:spcBef>
                <a:spcPts val="0"/>
              </a:spcBef>
              <a:spcAft>
                <a:spcPts val="0"/>
              </a:spcAft>
              <a:buSzPts val="8462"/>
              <a:buChar char="●"/>
              <a:defRPr sz="8462"/>
            </a:lvl7pPr>
            <a:lvl8pPr indent="-765937" lvl="7" marL="3657600" algn="l">
              <a:lnSpc>
                <a:spcPct val="115000"/>
              </a:lnSpc>
              <a:spcBef>
                <a:spcPts val="0"/>
              </a:spcBef>
              <a:spcAft>
                <a:spcPts val="0"/>
              </a:spcAft>
              <a:buSzPts val="8462"/>
              <a:buChar char="○"/>
              <a:defRPr sz="8462"/>
            </a:lvl8pPr>
            <a:lvl9pPr indent="-765937" lvl="8" marL="4114800" algn="l">
              <a:lnSpc>
                <a:spcPct val="115000"/>
              </a:lnSpc>
              <a:spcBef>
                <a:spcPts val="0"/>
              </a:spcBef>
              <a:spcAft>
                <a:spcPts val="0"/>
              </a:spcAft>
              <a:buSzPts val="8462"/>
              <a:buChar char="■"/>
              <a:defRPr sz="8462"/>
            </a:lvl9pPr>
          </a:lstStyle>
          <a:p/>
        </p:txBody>
      </p:sp>
      <p:sp>
        <p:nvSpPr>
          <p:cNvPr id="94" name="Google Shape;94;p17"/>
          <p:cNvSpPr txBox="1"/>
          <p:nvPr>
            <p:ph idx="12" type="sldNum"/>
          </p:nvPr>
        </p:nvSpPr>
        <p:spPr>
          <a:xfrm>
            <a:off x="40667798" y="29844588"/>
            <a:ext cx="2633700" cy="2519100"/>
          </a:xfrm>
          <a:prstGeom prst="rect">
            <a:avLst/>
          </a:prstGeom>
          <a:noFill/>
          <a:ln>
            <a:noFill/>
          </a:ln>
        </p:spPr>
        <p:txBody>
          <a:bodyPr anchorCtr="0" anchor="ctr" bIns="552625" lIns="552625" spcFirstLastPara="1" rIns="552625" wrap="square" tIns="552625">
            <a:normAutofit/>
          </a:bodyPr>
          <a:lstStyle>
            <a:lvl1pPr indent="0" lvl="0"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5" name="Shape 95"/>
        <p:cNvGrpSpPr/>
        <p:nvPr/>
      </p:nvGrpSpPr>
      <p:grpSpPr>
        <a:xfrm>
          <a:off x="0" y="0"/>
          <a:ext cx="0" cy="0"/>
          <a:chOff x="0" y="0"/>
          <a:chExt cx="0" cy="0"/>
        </a:xfrm>
      </p:grpSpPr>
      <p:sp>
        <p:nvSpPr>
          <p:cNvPr id="96" name="Google Shape;96;p18"/>
          <p:cNvSpPr txBox="1"/>
          <p:nvPr>
            <p:ph type="title"/>
          </p:nvPr>
        </p:nvSpPr>
        <p:spPr>
          <a:xfrm>
            <a:off x="1496160" y="2848160"/>
            <a:ext cx="40899300" cy="3665400"/>
          </a:xfrm>
          <a:prstGeom prst="rect">
            <a:avLst/>
          </a:prstGeom>
          <a:noFill/>
          <a:ln>
            <a:noFill/>
          </a:ln>
        </p:spPr>
        <p:txBody>
          <a:bodyPr anchorCtr="0" anchor="t" bIns="552625" lIns="552625" spcFirstLastPara="1" rIns="552625" wrap="square" tIns="552625">
            <a:normAutofit/>
          </a:bodyPr>
          <a:lstStyle>
            <a:lvl1pPr lvl="0" algn="l">
              <a:lnSpc>
                <a:spcPct val="100000"/>
              </a:lnSpc>
              <a:spcBef>
                <a:spcPts val="0"/>
              </a:spcBef>
              <a:spcAft>
                <a:spcPts val="0"/>
              </a:spcAft>
              <a:buSzPts val="16924"/>
              <a:buNone/>
              <a:defRPr sz="16924"/>
            </a:lvl1pPr>
            <a:lvl2pPr lvl="1" algn="l">
              <a:lnSpc>
                <a:spcPct val="100000"/>
              </a:lnSpc>
              <a:spcBef>
                <a:spcPts val="0"/>
              </a:spcBef>
              <a:spcAft>
                <a:spcPts val="0"/>
              </a:spcAft>
              <a:buSzPts val="16924"/>
              <a:buNone/>
              <a:defRPr sz="16924"/>
            </a:lvl2pPr>
            <a:lvl3pPr lvl="2" algn="l">
              <a:lnSpc>
                <a:spcPct val="100000"/>
              </a:lnSpc>
              <a:spcBef>
                <a:spcPts val="0"/>
              </a:spcBef>
              <a:spcAft>
                <a:spcPts val="0"/>
              </a:spcAft>
              <a:buSzPts val="16924"/>
              <a:buNone/>
              <a:defRPr sz="16924"/>
            </a:lvl3pPr>
            <a:lvl4pPr lvl="3" algn="l">
              <a:lnSpc>
                <a:spcPct val="100000"/>
              </a:lnSpc>
              <a:spcBef>
                <a:spcPts val="0"/>
              </a:spcBef>
              <a:spcAft>
                <a:spcPts val="0"/>
              </a:spcAft>
              <a:buSzPts val="16924"/>
              <a:buNone/>
              <a:defRPr sz="16924"/>
            </a:lvl4pPr>
            <a:lvl5pPr lvl="4" algn="l">
              <a:lnSpc>
                <a:spcPct val="100000"/>
              </a:lnSpc>
              <a:spcBef>
                <a:spcPts val="0"/>
              </a:spcBef>
              <a:spcAft>
                <a:spcPts val="0"/>
              </a:spcAft>
              <a:buSzPts val="16924"/>
              <a:buNone/>
              <a:defRPr sz="16924"/>
            </a:lvl5pPr>
            <a:lvl6pPr lvl="5" algn="l">
              <a:lnSpc>
                <a:spcPct val="100000"/>
              </a:lnSpc>
              <a:spcBef>
                <a:spcPts val="0"/>
              </a:spcBef>
              <a:spcAft>
                <a:spcPts val="0"/>
              </a:spcAft>
              <a:buSzPts val="16924"/>
              <a:buNone/>
              <a:defRPr sz="16924"/>
            </a:lvl6pPr>
            <a:lvl7pPr lvl="6" algn="l">
              <a:lnSpc>
                <a:spcPct val="100000"/>
              </a:lnSpc>
              <a:spcBef>
                <a:spcPts val="0"/>
              </a:spcBef>
              <a:spcAft>
                <a:spcPts val="0"/>
              </a:spcAft>
              <a:buSzPts val="16924"/>
              <a:buNone/>
              <a:defRPr sz="16924"/>
            </a:lvl7pPr>
            <a:lvl8pPr lvl="7" algn="l">
              <a:lnSpc>
                <a:spcPct val="100000"/>
              </a:lnSpc>
              <a:spcBef>
                <a:spcPts val="0"/>
              </a:spcBef>
              <a:spcAft>
                <a:spcPts val="0"/>
              </a:spcAft>
              <a:buSzPts val="16924"/>
              <a:buNone/>
              <a:defRPr sz="16924"/>
            </a:lvl8pPr>
            <a:lvl9pPr lvl="8" algn="l">
              <a:lnSpc>
                <a:spcPct val="100000"/>
              </a:lnSpc>
              <a:spcBef>
                <a:spcPts val="0"/>
              </a:spcBef>
              <a:spcAft>
                <a:spcPts val="0"/>
              </a:spcAft>
              <a:buSzPts val="16924"/>
              <a:buNone/>
              <a:defRPr sz="16924"/>
            </a:lvl9pPr>
          </a:lstStyle>
          <a:p/>
        </p:txBody>
      </p:sp>
      <p:sp>
        <p:nvSpPr>
          <p:cNvPr id="97" name="Google Shape;97;p18"/>
          <p:cNvSpPr txBox="1"/>
          <p:nvPr>
            <p:ph idx="1" type="body"/>
          </p:nvPr>
        </p:nvSpPr>
        <p:spPr>
          <a:xfrm>
            <a:off x="1496160" y="7375840"/>
            <a:ext cx="19199700" cy="21865200"/>
          </a:xfrm>
          <a:prstGeom prst="rect">
            <a:avLst/>
          </a:prstGeom>
          <a:noFill/>
          <a:ln>
            <a:noFill/>
          </a:ln>
        </p:spPr>
        <p:txBody>
          <a:bodyPr anchorCtr="0" anchor="t" bIns="552625" lIns="552625" spcFirstLastPara="1" rIns="552625" wrap="square" tIns="552625">
            <a:normAutofit/>
          </a:bodyPr>
          <a:lstStyle>
            <a:lvl1pPr indent="-765937" lvl="0" marL="457200" algn="l">
              <a:lnSpc>
                <a:spcPct val="115000"/>
              </a:lnSpc>
              <a:spcBef>
                <a:spcPts val="0"/>
              </a:spcBef>
              <a:spcAft>
                <a:spcPts val="0"/>
              </a:spcAft>
              <a:buSzPts val="8462"/>
              <a:buChar char="●"/>
              <a:defRPr sz="8462"/>
            </a:lvl1pPr>
            <a:lvl2pPr indent="-689166" lvl="1" marL="914400" algn="l">
              <a:lnSpc>
                <a:spcPct val="115000"/>
              </a:lnSpc>
              <a:spcBef>
                <a:spcPts val="0"/>
              </a:spcBef>
              <a:spcAft>
                <a:spcPts val="0"/>
              </a:spcAft>
              <a:buSzPts val="7253"/>
              <a:buChar char="○"/>
              <a:defRPr sz="7253"/>
            </a:lvl2pPr>
            <a:lvl3pPr indent="-689166" lvl="2" marL="1371600" algn="l">
              <a:lnSpc>
                <a:spcPct val="115000"/>
              </a:lnSpc>
              <a:spcBef>
                <a:spcPts val="0"/>
              </a:spcBef>
              <a:spcAft>
                <a:spcPts val="0"/>
              </a:spcAft>
              <a:buSzPts val="7253"/>
              <a:buChar char="■"/>
              <a:defRPr sz="7253"/>
            </a:lvl3pPr>
            <a:lvl4pPr indent="-689166" lvl="3" marL="1828800" algn="l">
              <a:lnSpc>
                <a:spcPct val="115000"/>
              </a:lnSpc>
              <a:spcBef>
                <a:spcPts val="0"/>
              </a:spcBef>
              <a:spcAft>
                <a:spcPts val="0"/>
              </a:spcAft>
              <a:buSzPts val="7253"/>
              <a:buChar char="●"/>
              <a:defRPr sz="7253"/>
            </a:lvl4pPr>
            <a:lvl5pPr indent="-689166" lvl="4" marL="2286000" algn="l">
              <a:lnSpc>
                <a:spcPct val="115000"/>
              </a:lnSpc>
              <a:spcBef>
                <a:spcPts val="0"/>
              </a:spcBef>
              <a:spcAft>
                <a:spcPts val="0"/>
              </a:spcAft>
              <a:buSzPts val="7253"/>
              <a:buChar char="○"/>
              <a:defRPr sz="7253"/>
            </a:lvl5pPr>
            <a:lvl6pPr indent="-689166" lvl="5" marL="2743200" algn="l">
              <a:lnSpc>
                <a:spcPct val="115000"/>
              </a:lnSpc>
              <a:spcBef>
                <a:spcPts val="0"/>
              </a:spcBef>
              <a:spcAft>
                <a:spcPts val="0"/>
              </a:spcAft>
              <a:buSzPts val="7253"/>
              <a:buChar char="■"/>
              <a:defRPr sz="7253"/>
            </a:lvl6pPr>
            <a:lvl7pPr indent="-689166" lvl="6" marL="3200400" algn="l">
              <a:lnSpc>
                <a:spcPct val="115000"/>
              </a:lnSpc>
              <a:spcBef>
                <a:spcPts val="0"/>
              </a:spcBef>
              <a:spcAft>
                <a:spcPts val="0"/>
              </a:spcAft>
              <a:buSzPts val="7253"/>
              <a:buChar char="●"/>
              <a:defRPr sz="7253"/>
            </a:lvl7pPr>
            <a:lvl8pPr indent="-689166" lvl="7" marL="3657600" algn="l">
              <a:lnSpc>
                <a:spcPct val="115000"/>
              </a:lnSpc>
              <a:spcBef>
                <a:spcPts val="0"/>
              </a:spcBef>
              <a:spcAft>
                <a:spcPts val="0"/>
              </a:spcAft>
              <a:buSzPts val="7253"/>
              <a:buChar char="○"/>
              <a:defRPr sz="7253"/>
            </a:lvl8pPr>
            <a:lvl9pPr indent="-689166" lvl="8" marL="4114800" algn="l">
              <a:lnSpc>
                <a:spcPct val="115000"/>
              </a:lnSpc>
              <a:spcBef>
                <a:spcPts val="0"/>
              </a:spcBef>
              <a:spcAft>
                <a:spcPts val="0"/>
              </a:spcAft>
              <a:buSzPts val="7253"/>
              <a:buChar char="■"/>
              <a:defRPr sz="7253"/>
            </a:lvl9pPr>
          </a:lstStyle>
          <a:p/>
        </p:txBody>
      </p:sp>
      <p:sp>
        <p:nvSpPr>
          <p:cNvPr id="98" name="Google Shape;98;p18"/>
          <p:cNvSpPr txBox="1"/>
          <p:nvPr>
            <p:ph idx="2" type="body"/>
          </p:nvPr>
        </p:nvSpPr>
        <p:spPr>
          <a:xfrm>
            <a:off x="23195520" y="7375840"/>
            <a:ext cx="19199700" cy="21865200"/>
          </a:xfrm>
          <a:prstGeom prst="rect">
            <a:avLst/>
          </a:prstGeom>
          <a:noFill/>
          <a:ln>
            <a:noFill/>
          </a:ln>
        </p:spPr>
        <p:txBody>
          <a:bodyPr anchorCtr="0" anchor="t" bIns="552625" lIns="552625" spcFirstLastPara="1" rIns="552625" wrap="square" tIns="552625">
            <a:normAutofit/>
          </a:bodyPr>
          <a:lstStyle>
            <a:lvl1pPr indent="-765937" lvl="0" marL="457200" algn="l">
              <a:lnSpc>
                <a:spcPct val="115000"/>
              </a:lnSpc>
              <a:spcBef>
                <a:spcPts val="0"/>
              </a:spcBef>
              <a:spcAft>
                <a:spcPts val="0"/>
              </a:spcAft>
              <a:buSzPts val="8462"/>
              <a:buChar char="●"/>
              <a:defRPr sz="8462"/>
            </a:lvl1pPr>
            <a:lvl2pPr indent="-689166" lvl="1" marL="914400" algn="l">
              <a:lnSpc>
                <a:spcPct val="115000"/>
              </a:lnSpc>
              <a:spcBef>
                <a:spcPts val="0"/>
              </a:spcBef>
              <a:spcAft>
                <a:spcPts val="0"/>
              </a:spcAft>
              <a:buSzPts val="7253"/>
              <a:buChar char="○"/>
              <a:defRPr sz="7253"/>
            </a:lvl2pPr>
            <a:lvl3pPr indent="-689166" lvl="2" marL="1371600" algn="l">
              <a:lnSpc>
                <a:spcPct val="115000"/>
              </a:lnSpc>
              <a:spcBef>
                <a:spcPts val="0"/>
              </a:spcBef>
              <a:spcAft>
                <a:spcPts val="0"/>
              </a:spcAft>
              <a:buSzPts val="7253"/>
              <a:buChar char="■"/>
              <a:defRPr sz="7253"/>
            </a:lvl3pPr>
            <a:lvl4pPr indent="-689166" lvl="3" marL="1828800" algn="l">
              <a:lnSpc>
                <a:spcPct val="115000"/>
              </a:lnSpc>
              <a:spcBef>
                <a:spcPts val="0"/>
              </a:spcBef>
              <a:spcAft>
                <a:spcPts val="0"/>
              </a:spcAft>
              <a:buSzPts val="7253"/>
              <a:buChar char="●"/>
              <a:defRPr sz="7253"/>
            </a:lvl4pPr>
            <a:lvl5pPr indent="-689166" lvl="4" marL="2286000" algn="l">
              <a:lnSpc>
                <a:spcPct val="115000"/>
              </a:lnSpc>
              <a:spcBef>
                <a:spcPts val="0"/>
              </a:spcBef>
              <a:spcAft>
                <a:spcPts val="0"/>
              </a:spcAft>
              <a:buSzPts val="7253"/>
              <a:buChar char="○"/>
              <a:defRPr sz="7253"/>
            </a:lvl5pPr>
            <a:lvl6pPr indent="-689166" lvl="5" marL="2743200" algn="l">
              <a:lnSpc>
                <a:spcPct val="115000"/>
              </a:lnSpc>
              <a:spcBef>
                <a:spcPts val="0"/>
              </a:spcBef>
              <a:spcAft>
                <a:spcPts val="0"/>
              </a:spcAft>
              <a:buSzPts val="7253"/>
              <a:buChar char="■"/>
              <a:defRPr sz="7253"/>
            </a:lvl6pPr>
            <a:lvl7pPr indent="-689166" lvl="6" marL="3200400" algn="l">
              <a:lnSpc>
                <a:spcPct val="115000"/>
              </a:lnSpc>
              <a:spcBef>
                <a:spcPts val="0"/>
              </a:spcBef>
              <a:spcAft>
                <a:spcPts val="0"/>
              </a:spcAft>
              <a:buSzPts val="7253"/>
              <a:buChar char="●"/>
              <a:defRPr sz="7253"/>
            </a:lvl7pPr>
            <a:lvl8pPr indent="-689166" lvl="7" marL="3657600" algn="l">
              <a:lnSpc>
                <a:spcPct val="115000"/>
              </a:lnSpc>
              <a:spcBef>
                <a:spcPts val="0"/>
              </a:spcBef>
              <a:spcAft>
                <a:spcPts val="0"/>
              </a:spcAft>
              <a:buSzPts val="7253"/>
              <a:buChar char="○"/>
              <a:defRPr sz="7253"/>
            </a:lvl8pPr>
            <a:lvl9pPr indent="-689166" lvl="8" marL="4114800" algn="l">
              <a:lnSpc>
                <a:spcPct val="115000"/>
              </a:lnSpc>
              <a:spcBef>
                <a:spcPts val="0"/>
              </a:spcBef>
              <a:spcAft>
                <a:spcPts val="0"/>
              </a:spcAft>
              <a:buSzPts val="7253"/>
              <a:buChar char="■"/>
              <a:defRPr sz="7253"/>
            </a:lvl9pPr>
          </a:lstStyle>
          <a:p/>
        </p:txBody>
      </p:sp>
      <p:sp>
        <p:nvSpPr>
          <p:cNvPr id="99" name="Google Shape;99;p18"/>
          <p:cNvSpPr txBox="1"/>
          <p:nvPr>
            <p:ph idx="12" type="sldNum"/>
          </p:nvPr>
        </p:nvSpPr>
        <p:spPr>
          <a:xfrm>
            <a:off x="40667798" y="29844588"/>
            <a:ext cx="2633700" cy="2519100"/>
          </a:xfrm>
          <a:prstGeom prst="rect">
            <a:avLst/>
          </a:prstGeom>
          <a:noFill/>
          <a:ln>
            <a:noFill/>
          </a:ln>
        </p:spPr>
        <p:txBody>
          <a:bodyPr anchorCtr="0" anchor="ctr" bIns="552625" lIns="552625" spcFirstLastPara="1" rIns="552625" wrap="square" tIns="552625">
            <a:normAutofit/>
          </a:bodyPr>
          <a:lstStyle>
            <a:lvl1pPr indent="0" lvl="0"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0" name="Shape 100"/>
        <p:cNvGrpSpPr/>
        <p:nvPr/>
      </p:nvGrpSpPr>
      <p:grpSpPr>
        <a:xfrm>
          <a:off x="0" y="0"/>
          <a:ext cx="0" cy="0"/>
          <a:chOff x="0" y="0"/>
          <a:chExt cx="0" cy="0"/>
        </a:xfrm>
      </p:grpSpPr>
      <p:sp>
        <p:nvSpPr>
          <p:cNvPr id="101" name="Google Shape;101;p19"/>
          <p:cNvSpPr txBox="1"/>
          <p:nvPr>
            <p:ph type="title"/>
          </p:nvPr>
        </p:nvSpPr>
        <p:spPr>
          <a:xfrm>
            <a:off x="1496160" y="2848160"/>
            <a:ext cx="40899300" cy="3665400"/>
          </a:xfrm>
          <a:prstGeom prst="rect">
            <a:avLst/>
          </a:prstGeom>
          <a:noFill/>
          <a:ln>
            <a:noFill/>
          </a:ln>
        </p:spPr>
        <p:txBody>
          <a:bodyPr anchorCtr="0" anchor="t" bIns="552625" lIns="552625" spcFirstLastPara="1" rIns="552625" wrap="square" tIns="552625">
            <a:normAutofit/>
          </a:bodyPr>
          <a:lstStyle>
            <a:lvl1pPr lvl="0" algn="l">
              <a:lnSpc>
                <a:spcPct val="100000"/>
              </a:lnSpc>
              <a:spcBef>
                <a:spcPts val="0"/>
              </a:spcBef>
              <a:spcAft>
                <a:spcPts val="0"/>
              </a:spcAft>
              <a:buSzPts val="16924"/>
              <a:buNone/>
              <a:defRPr sz="16924"/>
            </a:lvl1pPr>
            <a:lvl2pPr lvl="1" algn="l">
              <a:lnSpc>
                <a:spcPct val="100000"/>
              </a:lnSpc>
              <a:spcBef>
                <a:spcPts val="0"/>
              </a:spcBef>
              <a:spcAft>
                <a:spcPts val="0"/>
              </a:spcAft>
              <a:buSzPts val="16924"/>
              <a:buNone/>
              <a:defRPr sz="16924"/>
            </a:lvl2pPr>
            <a:lvl3pPr lvl="2" algn="l">
              <a:lnSpc>
                <a:spcPct val="100000"/>
              </a:lnSpc>
              <a:spcBef>
                <a:spcPts val="0"/>
              </a:spcBef>
              <a:spcAft>
                <a:spcPts val="0"/>
              </a:spcAft>
              <a:buSzPts val="16924"/>
              <a:buNone/>
              <a:defRPr sz="16924"/>
            </a:lvl3pPr>
            <a:lvl4pPr lvl="3" algn="l">
              <a:lnSpc>
                <a:spcPct val="100000"/>
              </a:lnSpc>
              <a:spcBef>
                <a:spcPts val="0"/>
              </a:spcBef>
              <a:spcAft>
                <a:spcPts val="0"/>
              </a:spcAft>
              <a:buSzPts val="16924"/>
              <a:buNone/>
              <a:defRPr sz="16924"/>
            </a:lvl4pPr>
            <a:lvl5pPr lvl="4" algn="l">
              <a:lnSpc>
                <a:spcPct val="100000"/>
              </a:lnSpc>
              <a:spcBef>
                <a:spcPts val="0"/>
              </a:spcBef>
              <a:spcAft>
                <a:spcPts val="0"/>
              </a:spcAft>
              <a:buSzPts val="16924"/>
              <a:buNone/>
              <a:defRPr sz="16924"/>
            </a:lvl5pPr>
            <a:lvl6pPr lvl="5" algn="l">
              <a:lnSpc>
                <a:spcPct val="100000"/>
              </a:lnSpc>
              <a:spcBef>
                <a:spcPts val="0"/>
              </a:spcBef>
              <a:spcAft>
                <a:spcPts val="0"/>
              </a:spcAft>
              <a:buSzPts val="16924"/>
              <a:buNone/>
              <a:defRPr sz="16924"/>
            </a:lvl6pPr>
            <a:lvl7pPr lvl="6" algn="l">
              <a:lnSpc>
                <a:spcPct val="100000"/>
              </a:lnSpc>
              <a:spcBef>
                <a:spcPts val="0"/>
              </a:spcBef>
              <a:spcAft>
                <a:spcPts val="0"/>
              </a:spcAft>
              <a:buSzPts val="16924"/>
              <a:buNone/>
              <a:defRPr sz="16924"/>
            </a:lvl7pPr>
            <a:lvl8pPr lvl="7" algn="l">
              <a:lnSpc>
                <a:spcPct val="100000"/>
              </a:lnSpc>
              <a:spcBef>
                <a:spcPts val="0"/>
              </a:spcBef>
              <a:spcAft>
                <a:spcPts val="0"/>
              </a:spcAft>
              <a:buSzPts val="16924"/>
              <a:buNone/>
              <a:defRPr sz="16924"/>
            </a:lvl8pPr>
            <a:lvl9pPr lvl="8" algn="l">
              <a:lnSpc>
                <a:spcPct val="100000"/>
              </a:lnSpc>
              <a:spcBef>
                <a:spcPts val="0"/>
              </a:spcBef>
              <a:spcAft>
                <a:spcPts val="0"/>
              </a:spcAft>
              <a:buSzPts val="16924"/>
              <a:buNone/>
              <a:defRPr sz="16924"/>
            </a:lvl9pPr>
          </a:lstStyle>
          <a:p/>
        </p:txBody>
      </p:sp>
      <p:sp>
        <p:nvSpPr>
          <p:cNvPr id="102" name="Google Shape;102;p19"/>
          <p:cNvSpPr txBox="1"/>
          <p:nvPr>
            <p:ph idx="12" type="sldNum"/>
          </p:nvPr>
        </p:nvSpPr>
        <p:spPr>
          <a:xfrm>
            <a:off x="40667798" y="29844588"/>
            <a:ext cx="2633700" cy="2519100"/>
          </a:xfrm>
          <a:prstGeom prst="rect">
            <a:avLst/>
          </a:prstGeom>
          <a:noFill/>
          <a:ln>
            <a:noFill/>
          </a:ln>
        </p:spPr>
        <p:txBody>
          <a:bodyPr anchorCtr="0" anchor="ctr" bIns="552625" lIns="552625" spcFirstLastPara="1" rIns="552625" wrap="square" tIns="552625">
            <a:normAutofit/>
          </a:bodyPr>
          <a:lstStyle>
            <a:lvl1pPr indent="0" lvl="0"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3" name="Shape 103"/>
        <p:cNvGrpSpPr/>
        <p:nvPr/>
      </p:nvGrpSpPr>
      <p:grpSpPr>
        <a:xfrm>
          <a:off x="0" y="0"/>
          <a:ext cx="0" cy="0"/>
          <a:chOff x="0" y="0"/>
          <a:chExt cx="0" cy="0"/>
        </a:xfrm>
      </p:grpSpPr>
      <p:sp>
        <p:nvSpPr>
          <p:cNvPr id="104" name="Google Shape;104;p20"/>
          <p:cNvSpPr txBox="1"/>
          <p:nvPr>
            <p:ph type="title"/>
          </p:nvPr>
        </p:nvSpPr>
        <p:spPr>
          <a:xfrm>
            <a:off x="1496160" y="3555840"/>
            <a:ext cx="13478400" cy="4836300"/>
          </a:xfrm>
          <a:prstGeom prst="rect">
            <a:avLst/>
          </a:prstGeom>
          <a:noFill/>
          <a:ln>
            <a:noFill/>
          </a:ln>
        </p:spPr>
        <p:txBody>
          <a:bodyPr anchorCtr="0" anchor="b" bIns="552625" lIns="552625" spcFirstLastPara="1" rIns="552625" wrap="square" tIns="552625">
            <a:normAutofit/>
          </a:bodyPr>
          <a:lstStyle>
            <a:lvl1pPr lvl="0" algn="l">
              <a:lnSpc>
                <a:spcPct val="100000"/>
              </a:lnSpc>
              <a:spcBef>
                <a:spcPts val="0"/>
              </a:spcBef>
              <a:spcAft>
                <a:spcPts val="0"/>
              </a:spcAft>
              <a:buSzPts val="14507"/>
              <a:buNone/>
              <a:defRPr sz="14507"/>
            </a:lvl1pPr>
            <a:lvl2pPr lvl="1" algn="l">
              <a:lnSpc>
                <a:spcPct val="100000"/>
              </a:lnSpc>
              <a:spcBef>
                <a:spcPts val="0"/>
              </a:spcBef>
              <a:spcAft>
                <a:spcPts val="0"/>
              </a:spcAft>
              <a:buSzPts val="14507"/>
              <a:buNone/>
              <a:defRPr sz="14507"/>
            </a:lvl2pPr>
            <a:lvl3pPr lvl="2" algn="l">
              <a:lnSpc>
                <a:spcPct val="100000"/>
              </a:lnSpc>
              <a:spcBef>
                <a:spcPts val="0"/>
              </a:spcBef>
              <a:spcAft>
                <a:spcPts val="0"/>
              </a:spcAft>
              <a:buSzPts val="14507"/>
              <a:buNone/>
              <a:defRPr sz="14507"/>
            </a:lvl3pPr>
            <a:lvl4pPr lvl="3" algn="l">
              <a:lnSpc>
                <a:spcPct val="100000"/>
              </a:lnSpc>
              <a:spcBef>
                <a:spcPts val="0"/>
              </a:spcBef>
              <a:spcAft>
                <a:spcPts val="0"/>
              </a:spcAft>
              <a:buSzPts val="14507"/>
              <a:buNone/>
              <a:defRPr sz="14507"/>
            </a:lvl4pPr>
            <a:lvl5pPr lvl="4" algn="l">
              <a:lnSpc>
                <a:spcPct val="100000"/>
              </a:lnSpc>
              <a:spcBef>
                <a:spcPts val="0"/>
              </a:spcBef>
              <a:spcAft>
                <a:spcPts val="0"/>
              </a:spcAft>
              <a:buSzPts val="14507"/>
              <a:buNone/>
              <a:defRPr sz="14507"/>
            </a:lvl5pPr>
            <a:lvl6pPr lvl="5" algn="l">
              <a:lnSpc>
                <a:spcPct val="100000"/>
              </a:lnSpc>
              <a:spcBef>
                <a:spcPts val="0"/>
              </a:spcBef>
              <a:spcAft>
                <a:spcPts val="0"/>
              </a:spcAft>
              <a:buSzPts val="14507"/>
              <a:buNone/>
              <a:defRPr sz="14507"/>
            </a:lvl6pPr>
            <a:lvl7pPr lvl="6" algn="l">
              <a:lnSpc>
                <a:spcPct val="100000"/>
              </a:lnSpc>
              <a:spcBef>
                <a:spcPts val="0"/>
              </a:spcBef>
              <a:spcAft>
                <a:spcPts val="0"/>
              </a:spcAft>
              <a:buSzPts val="14507"/>
              <a:buNone/>
              <a:defRPr sz="14507"/>
            </a:lvl7pPr>
            <a:lvl8pPr lvl="7" algn="l">
              <a:lnSpc>
                <a:spcPct val="100000"/>
              </a:lnSpc>
              <a:spcBef>
                <a:spcPts val="0"/>
              </a:spcBef>
              <a:spcAft>
                <a:spcPts val="0"/>
              </a:spcAft>
              <a:buSzPts val="14507"/>
              <a:buNone/>
              <a:defRPr sz="14507"/>
            </a:lvl8pPr>
            <a:lvl9pPr lvl="8" algn="l">
              <a:lnSpc>
                <a:spcPct val="100000"/>
              </a:lnSpc>
              <a:spcBef>
                <a:spcPts val="0"/>
              </a:spcBef>
              <a:spcAft>
                <a:spcPts val="0"/>
              </a:spcAft>
              <a:buSzPts val="14507"/>
              <a:buNone/>
              <a:defRPr sz="14507"/>
            </a:lvl9pPr>
          </a:lstStyle>
          <a:p/>
        </p:txBody>
      </p:sp>
      <p:sp>
        <p:nvSpPr>
          <p:cNvPr id="105" name="Google Shape;105;p20"/>
          <p:cNvSpPr txBox="1"/>
          <p:nvPr>
            <p:ph idx="1" type="body"/>
          </p:nvPr>
        </p:nvSpPr>
        <p:spPr>
          <a:xfrm>
            <a:off x="1496160" y="8893440"/>
            <a:ext cx="13478400" cy="20348100"/>
          </a:xfrm>
          <a:prstGeom prst="rect">
            <a:avLst/>
          </a:prstGeom>
          <a:noFill/>
          <a:ln>
            <a:noFill/>
          </a:ln>
        </p:spPr>
        <p:txBody>
          <a:bodyPr anchorCtr="0" anchor="t" bIns="552625" lIns="552625" spcFirstLastPara="1" rIns="552625" wrap="square" tIns="552625">
            <a:normAutofit/>
          </a:bodyPr>
          <a:lstStyle>
            <a:lvl1pPr indent="-689166" lvl="0" marL="457200" algn="l">
              <a:lnSpc>
                <a:spcPct val="115000"/>
              </a:lnSpc>
              <a:spcBef>
                <a:spcPts val="0"/>
              </a:spcBef>
              <a:spcAft>
                <a:spcPts val="0"/>
              </a:spcAft>
              <a:buSzPts val="7253"/>
              <a:buChar char="●"/>
              <a:defRPr sz="7253"/>
            </a:lvl1pPr>
            <a:lvl2pPr indent="-689166" lvl="1" marL="914400" algn="l">
              <a:lnSpc>
                <a:spcPct val="115000"/>
              </a:lnSpc>
              <a:spcBef>
                <a:spcPts val="0"/>
              </a:spcBef>
              <a:spcAft>
                <a:spcPts val="0"/>
              </a:spcAft>
              <a:buSzPts val="7253"/>
              <a:buChar char="○"/>
              <a:defRPr sz="7253"/>
            </a:lvl2pPr>
            <a:lvl3pPr indent="-689166" lvl="2" marL="1371600" algn="l">
              <a:lnSpc>
                <a:spcPct val="115000"/>
              </a:lnSpc>
              <a:spcBef>
                <a:spcPts val="0"/>
              </a:spcBef>
              <a:spcAft>
                <a:spcPts val="0"/>
              </a:spcAft>
              <a:buSzPts val="7253"/>
              <a:buChar char="■"/>
              <a:defRPr sz="7253"/>
            </a:lvl3pPr>
            <a:lvl4pPr indent="-689166" lvl="3" marL="1828800" algn="l">
              <a:lnSpc>
                <a:spcPct val="115000"/>
              </a:lnSpc>
              <a:spcBef>
                <a:spcPts val="0"/>
              </a:spcBef>
              <a:spcAft>
                <a:spcPts val="0"/>
              </a:spcAft>
              <a:buSzPts val="7253"/>
              <a:buChar char="●"/>
              <a:defRPr sz="7253"/>
            </a:lvl4pPr>
            <a:lvl5pPr indent="-689166" lvl="4" marL="2286000" algn="l">
              <a:lnSpc>
                <a:spcPct val="115000"/>
              </a:lnSpc>
              <a:spcBef>
                <a:spcPts val="0"/>
              </a:spcBef>
              <a:spcAft>
                <a:spcPts val="0"/>
              </a:spcAft>
              <a:buSzPts val="7253"/>
              <a:buChar char="○"/>
              <a:defRPr sz="7253"/>
            </a:lvl5pPr>
            <a:lvl6pPr indent="-689166" lvl="5" marL="2743200" algn="l">
              <a:lnSpc>
                <a:spcPct val="115000"/>
              </a:lnSpc>
              <a:spcBef>
                <a:spcPts val="0"/>
              </a:spcBef>
              <a:spcAft>
                <a:spcPts val="0"/>
              </a:spcAft>
              <a:buSzPts val="7253"/>
              <a:buChar char="■"/>
              <a:defRPr sz="7253"/>
            </a:lvl6pPr>
            <a:lvl7pPr indent="-689166" lvl="6" marL="3200400" algn="l">
              <a:lnSpc>
                <a:spcPct val="115000"/>
              </a:lnSpc>
              <a:spcBef>
                <a:spcPts val="0"/>
              </a:spcBef>
              <a:spcAft>
                <a:spcPts val="0"/>
              </a:spcAft>
              <a:buSzPts val="7253"/>
              <a:buChar char="●"/>
              <a:defRPr sz="7253"/>
            </a:lvl7pPr>
            <a:lvl8pPr indent="-689166" lvl="7" marL="3657600" algn="l">
              <a:lnSpc>
                <a:spcPct val="115000"/>
              </a:lnSpc>
              <a:spcBef>
                <a:spcPts val="0"/>
              </a:spcBef>
              <a:spcAft>
                <a:spcPts val="0"/>
              </a:spcAft>
              <a:buSzPts val="7253"/>
              <a:buChar char="○"/>
              <a:defRPr sz="7253"/>
            </a:lvl8pPr>
            <a:lvl9pPr indent="-689166" lvl="8" marL="4114800" algn="l">
              <a:lnSpc>
                <a:spcPct val="115000"/>
              </a:lnSpc>
              <a:spcBef>
                <a:spcPts val="0"/>
              </a:spcBef>
              <a:spcAft>
                <a:spcPts val="0"/>
              </a:spcAft>
              <a:buSzPts val="7253"/>
              <a:buChar char="■"/>
              <a:defRPr sz="7253"/>
            </a:lvl9pPr>
          </a:lstStyle>
          <a:p/>
        </p:txBody>
      </p:sp>
      <p:sp>
        <p:nvSpPr>
          <p:cNvPr id="106" name="Google Shape;106;p20"/>
          <p:cNvSpPr txBox="1"/>
          <p:nvPr>
            <p:ph idx="12" type="sldNum"/>
          </p:nvPr>
        </p:nvSpPr>
        <p:spPr>
          <a:xfrm>
            <a:off x="40667798" y="29844588"/>
            <a:ext cx="2633700" cy="2519100"/>
          </a:xfrm>
          <a:prstGeom prst="rect">
            <a:avLst/>
          </a:prstGeom>
          <a:noFill/>
          <a:ln>
            <a:noFill/>
          </a:ln>
        </p:spPr>
        <p:txBody>
          <a:bodyPr anchorCtr="0" anchor="ctr" bIns="552625" lIns="552625" spcFirstLastPara="1" rIns="552625" wrap="square" tIns="552625">
            <a:normAutofit/>
          </a:bodyPr>
          <a:lstStyle>
            <a:lvl1pPr indent="0" lvl="0"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7" name="Shape 107"/>
        <p:cNvGrpSpPr/>
        <p:nvPr/>
      </p:nvGrpSpPr>
      <p:grpSpPr>
        <a:xfrm>
          <a:off x="0" y="0"/>
          <a:ext cx="0" cy="0"/>
          <a:chOff x="0" y="0"/>
          <a:chExt cx="0" cy="0"/>
        </a:xfrm>
      </p:grpSpPr>
      <p:sp>
        <p:nvSpPr>
          <p:cNvPr id="108" name="Google Shape;108;p21"/>
          <p:cNvSpPr txBox="1"/>
          <p:nvPr>
            <p:ph type="title"/>
          </p:nvPr>
        </p:nvSpPr>
        <p:spPr>
          <a:xfrm>
            <a:off x="2353200" y="2880960"/>
            <a:ext cx="30565500" cy="26181300"/>
          </a:xfrm>
          <a:prstGeom prst="rect">
            <a:avLst/>
          </a:prstGeom>
          <a:noFill/>
          <a:ln>
            <a:noFill/>
          </a:ln>
        </p:spPr>
        <p:txBody>
          <a:bodyPr anchorCtr="0" anchor="ctr" bIns="552625" lIns="552625" spcFirstLastPara="1" rIns="552625" wrap="square" tIns="552625">
            <a:normAutofit/>
          </a:bodyPr>
          <a:lstStyle>
            <a:lvl1pPr lvl="0" algn="l">
              <a:lnSpc>
                <a:spcPct val="100000"/>
              </a:lnSpc>
              <a:spcBef>
                <a:spcPts val="0"/>
              </a:spcBef>
              <a:spcAft>
                <a:spcPts val="0"/>
              </a:spcAft>
              <a:buSzPts val="29013"/>
              <a:buNone/>
              <a:defRPr sz="29013"/>
            </a:lvl1pPr>
            <a:lvl2pPr lvl="1" algn="l">
              <a:lnSpc>
                <a:spcPct val="100000"/>
              </a:lnSpc>
              <a:spcBef>
                <a:spcPts val="0"/>
              </a:spcBef>
              <a:spcAft>
                <a:spcPts val="0"/>
              </a:spcAft>
              <a:buSzPts val="29013"/>
              <a:buNone/>
              <a:defRPr sz="29013"/>
            </a:lvl2pPr>
            <a:lvl3pPr lvl="2" algn="l">
              <a:lnSpc>
                <a:spcPct val="100000"/>
              </a:lnSpc>
              <a:spcBef>
                <a:spcPts val="0"/>
              </a:spcBef>
              <a:spcAft>
                <a:spcPts val="0"/>
              </a:spcAft>
              <a:buSzPts val="29013"/>
              <a:buNone/>
              <a:defRPr sz="29013"/>
            </a:lvl3pPr>
            <a:lvl4pPr lvl="3" algn="l">
              <a:lnSpc>
                <a:spcPct val="100000"/>
              </a:lnSpc>
              <a:spcBef>
                <a:spcPts val="0"/>
              </a:spcBef>
              <a:spcAft>
                <a:spcPts val="0"/>
              </a:spcAft>
              <a:buSzPts val="29013"/>
              <a:buNone/>
              <a:defRPr sz="29013"/>
            </a:lvl4pPr>
            <a:lvl5pPr lvl="4" algn="l">
              <a:lnSpc>
                <a:spcPct val="100000"/>
              </a:lnSpc>
              <a:spcBef>
                <a:spcPts val="0"/>
              </a:spcBef>
              <a:spcAft>
                <a:spcPts val="0"/>
              </a:spcAft>
              <a:buSzPts val="29013"/>
              <a:buNone/>
              <a:defRPr sz="29013"/>
            </a:lvl5pPr>
            <a:lvl6pPr lvl="5" algn="l">
              <a:lnSpc>
                <a:spcPct val="100000"/>
              </a:lnSpc>
              <a:spcBef>
                <a:spcPts val="0"/>
              </a:spcBef>
              <a:spcAft>
                <a:spcPts val="0"/>
              </a:spcAft>
              <a:buSzPts val="29013"/>
              <a:buNone/>
              <a:defRPr sz="29013"/>
            </a:lvl6pPr>
            <a:lvl7pPr lvl="6" algn="l">
              <a:lnSpc>
                <a:spcPct val="100000"/>
              </a:lnSpc>
              <a:spcBef>
                <a:spcPts val="0"/>
              </a:spcBef>
              <a:spcAft>
                <a:spcPts val="0"/>
              </a:spcAft>
              <a:buSzPts val="29013"/>
              <a:buNone/>
              <a:defRPr sz="29013"/>
            </a:lvl7pPr>
            <a:lvl8pPr lvl="7" algn="l">
              <a:lnSpc>
                <a:spcPct val="100000"/>
              </a:lnSpc>
              <a:spcBef>
                <a:spcPts val="0"/>
              </a:spcBef>
              <a:spcAft>
                <a:spcPts val="0"/>
              </a:spcAft>
              <a:buSzPts val="29013"/>
              <a:buNone/>
              <a:defRPr sz="29013"/>
            </a:lvl8pPr>
            <a:lvl9pPr lvl="8" algn="l">
              <a:lnSpc>
                <a:spcPct val="100000"/>
              </a:lnSpc>
              <a:spcBef>
                <a:spcPts val="0"/>
              </a:spcBef>
              <a:spcAft>
                <a:spcPts val="0"/>
              </a:spcAft>
              <a:buSzPts val="29013"/>
              <a:buNone/>
              <a:defRPr sz="29013"/>
            </a:lvl9pPr>
          </a:lstStyle>
          <a:p/>
        </p:txBody>
      </p:sp>
      <p:sp>
        <p:nvSpPr>
          <p:cNvPr id="109" name="Google Shape;109;p21"/>
          <p:cNvSpPr txBox="1"/>
          <p:nvPr>
            <p:ph idx="12" type="sldNum"/>
          </p:nvPr>
        </p:nvSpPr>
        <p:spPr>
          <a:xfrm>
            <a:off x="40667798" y="29844588"/>
            <a:ext cx="2633700" cy="2519100"/>
          </a:xfrm>
          <a:prstGeom prst="rect">
            <a:avLst/>
          </a:prstGeom>
          <a:noFill/>
          <a:ln>
            <a:noFill/>
          </a:ln>
        </p:spPr>
        <p:txBody>
          <a:bodyPr anchorCtr="0" anchor="ctr" bIns="552625" lIns="552625" spcFirstLastPara="1" rIns="552625" wrap="square" tIns="552625">
            <a:normAutofit/>
          </a:bodyPr>
          <a:lstStyle>
            <a:lvl1pPr indent="0" lvl="0"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0" name="Shape 110"/>
        <p:cNvGrpSpPr/>
        <p:nvPr/>
      </p:nvGrpSpPr>
      <p:grpSpPr>
        <a:xfrm>
          <a:off x="0" y="0"/>
          <a:ext cx="0" cy="0"/>
          <a:chOff x="0" y="0"/>
          <a:chExt cx="0" cy="0"/>
        </a:xfrm>
      </p:grpSpPr>
      <p:sp>
        <p:nvSpPr>
          <p:cNvPr id="111" name="Google Shape;111;p22"/>
          <p:cNvSpPr/>
          <p:nvPr/>
        </p:nvSpPr>
        <p:spPr>
          <a:xfrm>
            <a:off x="21945600" y="-800"/>
            <a:ext cx="21945600" cy="32918400"/>
          </a:xfrm>
          <a:prstGeom prst="rect">
            <a:avLst/>
          </a:prstGeom>
          <a:solidFill>
            <a:schemeClr val="lt2"/>
          </a:solidFill>
          <a:ln>
            <a:noFill/>
          </a:ln>
        </p:spPr>
        <p:txBody>
          <a:bodyPr anchorCtr="0" anchor="ctr" bIns="552625" lIns="552625" spcFirstLastPara="1" rIns="552625" wrap="square" tIns="5526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22"/>
          <p:cNvSpPr txBox="1"/>
          <p:nvPr>
            <p:ph type="title"/>
          </p:nvPr>
        </p:nvSpPr>
        <p:spPr>
          <a:xfrm>
            <a:off x="1274400" y="7892320"/>
            <a:ext cx="19416900" cy="9486600"/>
          </a:xfrm>
          <a:prstGeom prst="rect">
            <a:avLst/>
          </a:prstGeom>
          <a:noFill/>
          <a:ln>
            <a:noFill/>
          </a:ln>
        </p:spPr>
        <p:txBody>
          <a:bodyPr anchorCtr="0" anchor="b" bIns="552625" lIns="552625" spcFirstLastPara="1" rIns="552625" wrap="square" tIns="552625">
            <a:normAutofit/>
          </a:bodyPr>
          <a:lstStyle>
            <a:lvl1pPr lvl="0" algn="ctr">
              <a:lnSpc>
                <a:spcPct val="100000"/>
              </a:lnSpc>
              <a:spcBef>
                <a:spcPts val="0"/>
              </a:spcBef>
              <a:spcAft>
                <a:spcPts val="0"/>
              </a:spcAft>
              <a:buSzPts val="25387"/>
              <a:buNone/>
              <a:defRPr sz="25387"/>
            </a:lvl1pPr>
            <a:lvl2pPr lvl="1" algn="ctr">
              <a:lnSpc>
                <a:spcPct val="100000"/>
              </a:lnSpc>
              <a:spcBef>
                <a:spcPts val="0"/>
              </a:spcBef>
              <a:spcAft>
                <a:spcPts val="0"/>
              </a:spcAft>
              <a:buSzPts val="25387"/>
              <a:buNone/>
              <a:defRPr sz="25387"/>
            </a:lvl2pPr>
            <a:lvl3pPr lvl="2" algn="ctr">
              <a:lnSpc>
                <a:spcPct val="100000"/>
              </a:lnSpc>
              <a:spcBef>
                <a:spcPts val="0"/>
              </a:spcBef>
              <a:spcAft>
                <a:spcPts val="0"/>
              </a:spcAft>
              <a:buSzPts val="25387"/>
              <a:buNone/>
              <a:defRPr sz="25387"/>
            </a:lvl3pPr>
            <a:lvl4pPr lvl="3" algn="ctr">
              <a:lnSpc>
                <a:spcPct val="100000"/>
              </a:lnSpc>
              <a:spcBef>
                <a:spcPts val="0"/>
              </a:spcBef>
              <a:spcAft>
                <a:spcPts val="0"/>
              </a:spcAft>
              <a:buSzPts val="25387"/>
              <a:buNone/>
              <a:defRPr sz="25387"/>
            </a:lvl4pPr>
            <a:lvl5pPr lvl="4" algn="ctr">
              <a:lnSpc>
                <a:spcPct val="100000"/>
              </a:lnSpc>
              <a:spcBef>
                <a:spcPts val="0"/>
              </a:spcBef>
              <a:spcAft>
                <a:spcPts val="0"/>
              </a:spcAft>
              <a:buSzPts val="25387"/>
              <a:buNone/>
              <a:defRPr sz="25387"/>
            </a:lvl5pPr>
            <a:lvl6pPr lvl="5" algn="ctr">
              <a:lnSpc>
                <a:spcPct val="100000"/>
              </a:lnSpc>
              <a:spcBef>
                <a:spcPts val="0"/>
              </a:spcBef>
              <a:spcAft>
                <a:spcPts val="0"/>
              </a:spcAft>
              <a:buSzPts val="25387"/>
              <a:buNone/>
              <a:defRPr sz="25387"/>
            </a:lvl6pPr>
            <a:lvl7pPr lvl="6" algn="ctr">
              <a:lnSpc>
                <a:spcPct val="100000"/>
              </a:lnSpc>
              <a:spcBef>
                <a:spcPts val="0"/>
              </a:spcBef>
              <a:spcAft>
                <a:spcPts val="0"/>
              </a:spcAft>
              <a:buSzPts val="25387"/>
              <a:buNone/>
              <a:defRPr sz="25387"/>
            </a:lvl7pPr>
            <a:lvl8pPr lvl="7" algn="ctr">
              <a:lnSpc>
                <a:spcPct val="100000"/>
              </a:lnSpc>
              <a:spcBef>
                <a:spcPts val="0"/>
              </a:spcBef>
              <a:spcAft>
                <a:spcPts val="0"/>
              </a:spcAft>
              <a:buSzPts val="25387"/>
              <a:buNone/>
              <a:defRPr sz="25387"/>
            </a:lvl8pPr>
            <a:lvl9pPr lvl="8" algn="ctr">
              <a:lnSpc>
                <a:spcPct val="100000"/>
              </a:lnSpc>
              <a:spcBef>
                <a:spcPts val="0"/>
              </a:spcBef>
              <a:spcAft>
                <a:spcPts val="0"/>
              </a:spcAft>
              <a:buSzPts val="25387"/>
              <a:buNone/>
              <a:defRPr sz="25387"/>
            </a:lvl9pPr>
          </a:lstStyle>
          <a:p/>
        </p:txBody>
      </p:sp>
      <p:sp>
        <p:nvSpPr>
          <p:cNvPr id="113" name="Google Shape;113;p22"/>
          <p:cNvSpPr txBox="1"/>
          <p:nvPr>
            <p:ph idx="1" type="subTitle"/>
          </p:nvPr>
        </p:nvSpPr>
        <p:spPr>
          <a:xfrm>
            <a:off x="1274400" y="17939680"/>
            <a:ext cx="19416900" cy="7904700"/>
          </a:xfrm>
          <a:prstGeom prst="rect">
            <a:avLst/>
          </a:prstGeom>
          <a:noFill/>
          <a:ln>
            <a:noFill/>
          </a:ln>
        </p:spPr>
        <p:txBody>
          <a:bodyPr anchorCtr="0" anchor="t" bIns="552625" lIns="552625" spcFirstLastPara="1" rIns="552625" wrap="square" tIns="552625">
            <a:normAutofit/>
          </a:bodyPr>
          <a:lstStyle>
            <a:lvl1pPr lvl="0" algn="ctr">
              <a:lnSpc>
                <a:spcPct val="100000"/>
              </a:lnSpc>
              <a:spcBef>
                <a:spcPts val="0"/>
              </a:spcBef>
              <a:spcAft>
                <a:spcPts val="0"/>
              </a:spcAft>
              <a:buSzPts val="12693"/>
              <a:buNone/>
              <a:defRPr sz="12693"/>
            </a:lvl1pPr>
            <a:lvl2pPr lvl="1" algn="ctr">
              <a:lnSpc>
                <a:spcPct val="100000"/>
              </a:lnSpc>
              <a:spcBef>
                <a:spcPts val="0"/>
              </a:spcBef>
              <a:spcAft>
                <a:spcPts val="0"/>
              </a:spcAft>
              <a:buSzPts val="12693"/>
              <a:buNone/>
              <a:defRPr sz="12693"/>
            </a:lvl2pPr>
            <a:lvl3pPr lvl="2" algn="ctr">
              <a:lnSpc>
                <a:spcPct val="100000"/>
              </a:lnSpc>
              <a:spcBef>
                <a:spcPts val="0"/>
              </a:spcBef>
              <a:spcAft>
                <a:spcPts val="0"/>
              </a:spcAft>
              <a:buSzPts val="12693"/>
              <a:buNone/>
              <a:defRPr sz="12693"/>
            </a:lvl3pPr>
            <a:lvl4pPr lvl="3" algn="ctr">
              <a:lnSpc>
                <a:spcPct val="100000"/>
              </a:lnSpc>
              <a:spcBef>
                <a:spcPts val="0"/>
              </a:spcBef>
              <a:spcAft>
                <a:spcPts val="0"/>
              </a:spcAft>
              <a:buSzPts val="12693"/>
              <a:buNone/>
              <a:defRPr sz="12693"/>
            </a:lvl4pPr>
            <a:lvl5pPr lvl="4" algn="ctr">
              <a:lnSpc>
                <a:spcPct val="100000"/>
              </a:lnSpc>
              <a:spcBef>
                <a:spcPts val="0"/>
              </a:spcBef>
              <a:spcAft>
                <a:spcPts val="0"/>
              </a:spcAft>
              <a:buSzPts val="12693"/>
              <a:buNone/>
              <a:defRPr sz="12693"/>
            </a:lvl5pPr>
            <a:lvl6pPr lvl="5" algn="ctr">
              <a:lnSpc>
                <a:spcPct val="100000"/>
              </a:lnSpc>
              <a:spcBef>
                <a:spcPts val="0"/>
              </a:spcBef>
              <a:spcAft>
                <a:spcPts val="0"/>
              </a:spcAft>
              <a:buSzPts val="12693"/>
              <a:buNone/>
              <a:defRPr sz="12693"/>
            </a:lvl6pPr>
            <a:lvl7pPr lvl="6" algn="ctr">
              <a:lnSpc>
                <a:spcPct val="100000"/>
              </a:lnSpc>
              <a:spcBef>
                <a:spcPts val="0"/>
              </a:spcBef>
              <a:spcAft>
                <a:spcPts val="0"/>
              </a:spcAft>
              <a:buSzPts val="12693"/>
              <a:buNone/>
              <a:defRPr sz="12693"/>
            </a:lvl7pPr>
            <a:lvl8pPr lvl="7" algn="ctr">
              <a:lnSpc>
                <a:spcPct val="100000"/>
              </a:lnSpc>
              <a:spcBef>
                <a:spcPts val="0"/>
              </a:spcBef>
              <a:spcAft>
                <a:spcPts val="0"/>
              </a:spcAft>
              <a:buSzPts val="12693"/>
              <a:buNone/>
              <a:defRPr sz="12693"/>
            </a:lvl8pPr>
            <a:lvl9pPr lvl="8" algn="ctr">
              <a:lnSpc>
                <a:spcPct val="100000"/>
              </a:lnSpc>
              <a:spcBef>
                <a:spcPts val="0"/>
              </a:spcBef>
              <a:spcAft>
                <a:spcPts val="0"/>
              </a:spcAft>
              <a:buSzPts val="12693"/>
              <a:buNone/>
              <a:defRPr sz="12693"/>
            </a:lvl9pPr>
          </a:lstStyle>
          <a:p/>
        </p:txBody>
      </p:sp>
      <p:sp>
        <p:nvSpPr>
          <p:cNvPr id="114" name="Google Shape;114;p22"/>
          <p:cNvSpPr txBox="1"/>
          <p:nvPr>
            <p:ph idx="2" type="body"/>
          </p:nvPr>
        </p:nvSpPr>
        <p:spPr>
          <a:xfrm>
            <a:off x="23709600" y="4634080"/>
            <a:ext cx="18417600" cy="23648700"/>
          </a:xfrm>
          <a:prstGeom prst="rect">
            <a:avLst/>
          </a:prstGeom>
          <a:noFill/>
          <a:ln>
            <a:noFill/>
          </a:ln>
        </p:spPr>
        <p:txBody>
          <a:bodyPr anchorCtr="0" anchor="ctr" bIns="552625" lIns="552625" spcFirstLastPara="1" rIns="552625" wrap="square" tIns="552625">
            <a:normAutofit/>
          </a:bodyPr>
          <a:lstStyle>
            <a:lvl1pPr indent="-919480" lvl="0" marL="457200" algn="l">
              <a:lnSpc>
                <a:spcPct val="115000"/>
              </a:lnSpc>
              <a:spcBef>
                <a:spcPts val="0"/>
              </a:spcBef>
              <a:spcAft>
                <a:spcPts val="0"/>
              </a:spcAft>
              <a:buSzPts val="10880"/>
              <a:buChar char="●"/>
              <a:defRPr sz="10880"/>
            </a:lvl1pPr>
            <a:lvl2pPr indent="-765937" lvl="1" marL="914400" algn="l">
              <a:lnSpc>
                <a:spcPct val="115000"/>
              </a:lnSpc>
              <a:spcBef>
                <a:spcPts val="0"/>
              </a:spcBef>
              <a:spcAft>
                <a:spcPts val="0"/>
              </a:spcAft>
              <a:buSzPts val="8462"/>
              <a:buChar char="○"/>
              <a:defRPr sz="8462"/>
            </a:lvl2pPr>
            <a:lvl3pPr indent="-765937" lvl="2" marL="1371600" algn="l">
              <a:lnSpc>
                <a:spcPct val="115000"/>
              </a:lnSpc>
              <a:spcBef>
                <a:spcPts val="0"/>
              </a:spcBef>
              <a:spcAft>
                <a:spcPts val="0"/>
              </a:spcAft>
              <a:buSzPts val="8462"/>
              <a:buChar char="■"/>
              <a:defRPr sz="8462"/>
            </a:lvl3pPr>
            <a:lvl4pPr indent="-765937" lvl="3" marL="1828800" algn="l">
              <a:lnSpc>
                <a:spcPct val="115000"/>
              </a:lnSpc>
              <a:spcBef>
                <a:spcPts val="0"/>
              </a:spcBef>
              <a:spcAft>
                <a:spcPts val="0"/>
              </a:spcAft>
              <a:buSzPts val="8462"/>
              <a:buChar char="●"/>
              <a:defRPr sz="8462"/>
            </a:lvl4pPr>
            <a:lvl5pPr indent="-765937" lvl="4" marL="2286000" algn="l">
              <a:lnSpc>
                <a:spcPct val="115000"/>
              </a:lnSpc>
              <a:spcBef>
                <a:spcPts val="0"/>
              </a:spcBef>
              <a:spcAft>
                <a:spcPts val="0"/>
              </a:spcAft>
              <a:buSzPts val="8462"/>
              <a:buChar char="○"/>
              <a:defRPr sz="8462"/>
            </a:lvl5pPr>
            <a:lvl6pPr indent="-765937" lvl="5" marL="2743200" algn="l">
              <a:lnSpc>
                <a:spcPct val="115000"/>
              </a:lnSpc>
              <a:spcBef>
                <a:spcPts val="0"/>
              </a:spcBef>
              <a:spcAft>
                <a:spcPts val="0"/>
              </a:spcAft>
              <a:buSzPts val="8462"/>
              <a:buChar char="■"/>
              <a:defRPr sz="8462"/>
            </a:lvl6pPr>
            <a:lvl7pPr indent="-765937" lvl="6" marL="3200400" algn="l">
              <a:lnSpc>
                <a:spcPct val="115000"/>
              </a:lnSpc>
              <a:spcBef>
                <a:spcPts val="0"/>
              </a:spcBef>
              <a:spcAft>
                <a:spcPts val="0"/>
              </a:spcAft>
              <a:buSzPts val="8462"/>
              <a:buChar char="●"/>
              <a:defRPr sz="8462"/>
            </a:lvl7pPr>
            <a:lvl8pPr indent="-765937" lvl="7" marL="3657600" algn="l">
              <a:lnSpc>
                <a:spcPct val="115000"/>
              </a:lnSpc>
              <a:spcBef>
                <a:spcPts val="0"/>
              </a:spcBef>
              <a:spcAft>
                <a:spcPts val="0"/>
              </a:spcAft>
              <a:buSzPts val="8462"/>
              <a:buChar char="○"/>
              <a:defRPr sz="8462"/>
            </a:lvl8pPr>
            <a:lvl9pPr indent="-765937" lvl="8" marL="4114800" algn="l">
              <a:lnSpc>
                <a:spcPct val="115000"/>
              </a:lnSpc>
              <a:spcBef>
                <a:spcPts val="0"/>
              </a:spcBef>
              <a:spcAft>
                <a:spcPts val="0"/>
              </a:spcAft>
              <a:buSzPts val="8462"/>
              <a:buChar char="■"/>
              <a:defRPr sz="8462"/>
            </a:lvl9pPr>
          </a:lstStyle>
          <a:p/>
        </p:txBody>
      </p:sp>
      <p:sp>
        <p:nvSpPr>
          <p:cNvPr id="115" name="Google Shape;115;p22"/>
          <p:cNvSpPr txBox="1"/>
          <p:nvPr>
            <p:ph idx="12" type="sldNum"/>
          </p:nvPr>
        </p:nvSpPr>
        <p:spPr>
          <a:xfrm>
            <a:off x="40667798" y="29844588"/>
            <a:ext cx="2633700" cy="2519100"/>
          </a:xfrm>
          <a:prstGeom prst="rect">
            <a:avLst/>
          </a:prstGeom>
          <a:noFill/>
          <a:ln>
            <a:noFill/>
          </a:ln>
        </p:spPr>
        <p:txBody>
          <a:bodyPr anchorCtr="0" anchor="ctr" bIns="552625" lIns="552625" spcFirstLastPara="1" rIns="552625" wrap="square" tIns="552625">
            <a:normAutofit/>
          </a:bodyPr>
          <a:lstStyle>
            <a:lvl1pPr indent="0" lvl="0"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6" name="Shape 116"/>
        <p:cNvGrpSpPr/>
        <p:nvPr/>
      </p:nvGrpSpPr>
      <p:grpSpPr>
        <a:xfrm>
          <a:off x="0" y="0"/>
          <a:ext cx="0" cy="0"/>
          <a:chOff x="0" y="0"/>
          <a:chExt cx="0" cy="0"/>
        </a:xfrm>
      </p:grpSpPr>
      <p:sp>
        <p:nvSpPr>
          <p:cNvPr id="117" name="Google Shape;117;p23"/>
          <p:cNvSpPr txBox="1"/>
          <p:nvPr>
            <p:ph idx="1" type="body"/>
          </p:nvPr>
        </p:nvSpPr>
        <p:spPr>
          <a:xfrm>
            <a:off x="1496160" y="27075680"/>
            <a:ext cx="28794300" cy="3872700"/>
          </a:xfrm>
          <a:prstGeom prst="rect">
            <a:avLst/>
          </a:prstGeom>
          <a:noFill/>
          <a:ln>
            <a:noFill/>
          </a:ln>
        </p:spPr>
        <p:txBody>
          <a:bodyPr anchorCtr="0" anchor="ctr" bIns="552625" lIns="552625" spcFirstLastPara="1" rIns="552625" wrap="square" tIns="552625">
            <a:normAutofit/>
          </a:bodyPr>
          <a:lstStyle>
            <a:lvl1pPr indent="-228600" lvl="0" marL="457200" algn="l">
              <a:lnSpc>
                <a:spcPct val="100000"/>
              </a:lnSpc>
              <a:spcBef>
                <a:spcPts val="0"/>
              </a:spcBef>
              <a:spcAft>
                <a:spcPts val="0"/>
              </a:spcAft>
              <a:buSzPts val="10880"/>
              <a:buNone/>
              <a:defRPr sz="10880"/>
            </a:lvl1pPr>
          </a:lstStyle>
          <a:p/>
        </p:txBody>
      </p:sp>
      <p:sp>
        <p:nvSpPr>
          <p:cNvPr id="118" name="Google Shape;118;p23"/>
          <p:cNvSpPr txBox="1"/>
          <p:nvPr>
            <p:ph idx="12" type="sldNum"/>
          </p:nvPr>
        </p:nvSpPr>
        <p:spPr>
          <a:xfrm>
            <a:off x="40667798" y="29844588"/>
            <a:ext cx="2633700" cy="2519100"/>
          </a:xfrm>
          <a:prstGeom prst="rect">
            <a:avLst/>
          </a:prstGeom>
          <a:noFill/>
          <a:ln>
            <a:noFill/>
          </a:ln>
        </p:spPr>
        <p:txBody>
          <a:bodyPr anchorCtr="0" anchor="ctr" bIns="552625" lIns="552625" spcFirstLastPara="1" rIns="552625" wrap="square" tIns="552625">
            <a:normAutofit/>
          </a:bodyPr>
          <a:lstStyle>
            <a:lvl1pPr indent="0" lvl="0"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9" name="Shape 119"/>
        <p:cNvGrpSpPr/>
        <p:nvPr/>
      </p:nvGrpSpPr>
      <p:grpSpPr>
        <a:xfrm>
          <a:off x="0" y="0"/>
          <a:ext cx="0" cy="0"/>
          <a:chOff x="0" y="0"/>
          <a:chExt cx="0" cy="0"/>
        </a:xfrm>
      </p:grpSpPr>
      <p:sp>
        <p:nvSpPr>
          <p:cNvPr id="120" name="Google Shape;120;p24"/>
          <p:cNvSpPr txBox="1"/>
          <p:nvPr>
            <p:ph hasCustomPrompt="1" type="title"/>
          </p:nvPr>
        </p:nvSpPr>
        <p:spPr>
          <a:xfrm>
            <a:off x="1496160" y="7079200"/>
            <a:ext cx="40899300" cy="12566400"/>
          </a:xfrm>
          <a:prstGeom prst="rect">
            <a:avLst/>
          </a:prstGeom>
          <a:noFill/>
          <a:ln>
            <a:noFill/>
          </a:ln>
        </p:spPr>
        <p:txBody>
          <a:bodyPr anchorCtr="0" anchor="b" bIns="552625" lIns="552625" spcFirstLastPara="1" rIns="552625" wrap="square" tIns="552625">
            <a:normAutofit/>
          </a:bodyPr>
          <a:lstStyle>
            <a:lvl1pPr lvl="0" algn="ctr">
              <a:lnSpc>
                <a:spcPct val="100000"/>
              </a:lnSpc>
              <a:spcBef>
                <a:spcPts val="0"/>
              </a:spcBef>
              <a:spcAft>
                <a:spcPts val="0"/>
              </a:spcAft>
              <a:buSzPts val="72533"/>
              <a:buNone/>
              <a:defRPr sz="72533"/>
            </a:lvl1pPr>
            <a:lvl2pPr lvl="1" algn="ctr">
              <a:lnSpc>
                <a:spcPct val="100000"/>
              </a:lnSpc>
              <a:spcBef>
                <a:spcPts val="0"/>
              </a:spcBef>
              <a:spcAft>
                <a:spcPts val="0"/>
              </a:spcAft>
              <a:buSzPts val="72533"/>
              <a:buNone/>
              <a:defRPr sz="72533"/>
            </a:lvl2pPr>
            <a:lvl3pPr lvl="2" algn="ctr">
              <a:lnSpc>
                <a:spcPct val="100000"/>
              </a:lnSpc>
              <a:spcBef>
                <a:spcPts val="0"/>
              </a:spcBef>
              <a:spcAft>
                <a:spcPts val="0"/>
              </a:spcAft>
              <a:buSzPts val="72533"/>
              <a:buNone/>
              <a:defRPr sz="72533"/>
            </a:lvl3pPr>
            <a:lvl4pPr lvl="3" algn="ctr">
              <a:lnSpc>
                <a:spcPct val="100000"/>
              </a:lnSpc>
              <a:spcBef>
                <a:spcPts val="0"/>
              </a:spcBef>
              <a:spcAft>
                <a:spcPts val="0"/>
              </a:spcAft>
              <a:buSzPts val="72533"/>
              <a:buNone/>
              <a:defRPr sz="72533"/>
            </a:lvl4pPr>
            <a:lvl5pPr lvl="4" algn="ctr">
              <a:lnSpc>
                <a:spcPct val="100000"/>
              </a:lnSpc>
              <a:spcBef>
                <a:spcPts val="0"/>
              </a:spcBef>
              <a:spcAft>
                <a:spcPts val="0"/>
              </a:spcAft>
              <a:buSzPts val="72533"/>
              <a:buNone/>
              <a:defRPr sz="72533"/>
            </a:lvl5pPr>
            <a:lvl6pPr lvl="5" algn="ctr">
              <a:lnSpc>
                <a:spcPct val="100000"/>
              </a:lnSpc>
              <a:spcBef>
                <a:spcPts val="0"/>
              </a:spcBef>
              <a:spcAft>
                <a:spcPts val="0"/>
              </a:spcAft>
              <a:buSzPts val="72533"/>
              <a:buNone/>
              <a:defRPr sz="72533"/>
            </a:lvl6pPr>
            <a:lvl7pPr lvl="6" algn="ctr">
              <a:lnSpc>
                <a:spcPct val="100000"/>
              </a:lnSpc>
              <a:spcBef>
                <a:spcPts val="0"/>
              </a:spcBef>
              <a:spcAft>
                <a:spcPts val="0"/>
              </a:spcAft>
              <a:buSzPts val="72533"/>
              <a:buNone/>
              <a:defRPr sz="72533"/>
            </a:lvl7pPr>
            <a:lvl8pPr lvl="7" algn="ctr">
              <a:lnSpc>
                <a:spcPct val="100000"/>
              </a:lnSpc>
              <a:spcBef>
                <a:spcPts val="0"/>
              </a:spcBef>
              <a:spcAft>
                <a:spcPts val="0"/>
              </a:spcAft>
              <a:buSzPts val="72533"/>
              <a:buNone/>
              <a:defRPr sz="72533"/>
            </a:lvl8pPr>
            <a:lvl9pPr lvl="8" algn="ctr">
              <a:lnSpc>
                <a:spcPct val="100000"/>
              </a:lnSpc>
              <a:spcBef>
                <a:spcPts val="0"/>
              </a:spcBef>
              <a:spcAft>
                <a:spcPts val="0"/>
              </a:spcAft>
              <a:buSzPts val="72533"/>
              <a:buNone/>
              <a:defRPr sz="72533"/>
            </a:lvl9pPr>
          </a:lstStyle>
          <a:p>
            <a:r>
              <a:t>xx%</a:t>
            </a:r>
          </a:p>
        </p:txBody>
      </p:sp>
      <p:sp>
        <p:nvSpPr>
          <p:cNvPr id="121" name="Google Shape;121;p24"/>
          <p:cNvSpPr txBox="1"/>
          <p:nvPr>
            <p:ph idx="1" type="body"/>
          </p:nvPr>
        </p:nvSpPr>
        <p:spPr>
          <a:xfrm>
            <a:off x="1496160" y="20174240"/>
            <a:ext cx="40899300" cy="8325300"/>
          </a:xfrm>
          <a:prstGeom prst="rect">
            <a:avLst/>
          </a:prstGeom>
          <a:noFill/>
          <a:ln>
            <a:noFill/>
          </a:ln>
        </p:spPr>
        <p:txBody>
          <a:bodyPr anchorCtr="0" anchor="t" bIns="552625" lIns="552625" spcFirstLastPara="1" rIns="552625" wrap="square" tIns="552625">
            <a:normAutofit/>
          </a:bodyPr>
          <a:lstStyle>
            <a:lvl1pPr indent="-919480" lvl="0" marL="457200" algn="ctr">
              <a:lnSpc>
                <a:spcPct val="115000"/>
              </a:lnSpc>
              <a:spcBef>
                <a:spcPts val="0"/>
              </a:spcBef>
              <a:spcAft>
                <a:spcPts val="0"/>
              </a:spcAft>
              <a:buSzPts val="10880"/>
              <a:buChar char="●"/>
              <a:defRPr sz="10880"/>
            </a:lvl1pPr>
            <a:lvl2pPr indent="-765937" lvl="1" marL="914400" algn="ctr">
              <a:lnSpc>
                <a:spcPct val="115000"/>
              </a:lnSpc>
              <a:spcBef>
                <a:spcPts val="0"/>
              </a:spcBef>
              <a:spcAft>
                <a:spcPts val="0"/>
              </a:spcAft>
              <a:buSzPts val="8462"/>
              <a:buChar char="○"/>
              <a:defRPr sz="8462"/>
            </a:lvl2pPr>
            <a:lvl3pPr indent="-765937" lvl="2" marL="1371600" algn="ctr">
              <a:lnSpc>
                <a:spcPct val="115000"/>
              </a:lnSpc>
              <a:spcBef>
                <a:spcPts val="0"/>
              </a:spcBef>
              <a:spcAft>
                <a:spcPts val="0"/>
              </a:spcAft>
              <a:buSzPts val="8462"/>
              <a:buChar char="■"/>
              <a:defRPr sz="8462"/>
            </a:lvl3pPr>
            <a:lvl4pPr indent="-765937" lvl="3" marL="1828800" algn="ctr">
              <a:lnSpc>
                <a:spcPct val="115000"/>
              </a:lnSpc>
              <a:spcBef>
                <a:spcPts val="0"/>
              </a:spcBef>
              <a:spcAft>
                <a:spcPts val="0"/>
              </a:spcAft>
              <a:buSzPts val="8462"/>
              <a:buChar char="●"/>
              <a:defRPr sz="8462"/>
            </a:lvl4pPr>
            <a:lvl5pPr indent="-765937" lvl="4" marL="2286000" algn="ctr">
              <a:lnSpc>
                <a:spcPct val="115000"/>
              </a:lnSpc>
              <a:spcBef>
                <a:spcPts val="0"/>
              </a:spcBef>
              <a:spcAft>
                <a:spcPts val="0"/>
              </a:spcAft>
              <a:buSzPts val="8462"/>
              <a:buChar char="○"/>
              <a:defRPr sz="8462"/>
            </a:lvl5pPr>
            <a:lvl6pPr indent="-765937" lvl="5" marL="2743200" algn="ctr">
              <a:lnSpc>
                <a:spcPct val="115000"/>
              </a:lnSpc>
              <a:spcBef>
                <a:spcPts val="0"/>
              </a:spcBef>
              <a:spcAft>
                <a:spcPts val="0"/>
              </a:spcAft>
              <a:buSzPts val="8462"/>
              <a:buChar char="■"/>
              <a:defRPr sz="8462"/>
            </a:lvl6pPr>
            <a:lvl7pPr indent="-765937" lvl="6" marL="3200400" algn="ctr">
              <a:lnSpc>
                <a:spcPct val="115000"/>
              </a:lnSpc>
              <a:spcBef>
                <a:spcPts val="0"/>
              </a:spcBef>
              <a:spcAft>
                <a:spcPts val="0"/>
              </a:spcAft>
              <a:buSzPts val="8462"/>
              <a:buChar char="●"/>
              <a:defRPr sz="8462"/>
            </a:lvl7pPr>
            <a:lvl8pPr indent="-765937" lvl="7" marL="3657600" algn="ctr">
              <a:lnSpc>
                <a:spcPct val="115000"/>
              </a:lnSpc>
              <a:spcBef>
                <a:spcPts val="0"/>
              </a:spcBef>
              <a:spcAft>
                <a:spcPts val="0"/>
              </a:spcAft>
              <a:buSzPts val="8462"/>
              <a:buChar char="○"/>
              <a:defRPr sz="8462"/>
            </a:lvl8pPr>
            <a:lvl9pPr indent="-765937" lvl="8" marL="4114800" algn="ctr">
              <a:lnSpc>
                <a:spcPct val="115000"/>
              </a:lnSpc>
              <a:spcBef>
                <a:spcPts val="0"/>
              </a:spcBef>
              <a:spcAft>
                <a:spcPts val="0"/>
              </a:spcAft>
              <a:buSzPts val="8462"/>
              <a:buChar char="■"/>
              <a:defRPr sz="8462"/>
            </a:lvl9pPr>
          </a:lstStyle>
          <a:p/>
        </p:txBody>
      </p:sp>
      <p:sp>
        <p:nvSpPr>
          <p:cNvPr id="122" name="Google Shape;122;p24"/>
          <p:cNvSpPr txBox="1"/>
          <p:nvPr>
            <p:ph idx="12" type="sldNum"/>
          </p:nvPr>
        </p:nvSpPr>
        <p:spPr>
          <a:xfrm>
            <a:off x="40667798" y="29844588"/>
            <a:ext cx="2633700" cy="2519100"/>
          </a:xfrm>
          <a:prstGeom prst="rect">
            <a:avLst/>
          </a:prstGeom>
          <a:noFill/>
          <a:ln>
            <a:noFill/>
          </a:ln>
        </p:spPr>
        <p:txBody>
          <a:bodyPr anchorCtr="0" anchor="ctr" bIns="552625" lIns="552625" spcFirstLastPara="1" rIns="552625" wrap="square" tIns="552625">
            <a:normAutofit/>
          </a:bodyPr>
          <a:lstStyle>
            <a:lvl1pPr indent="0" lvl="0"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3" name="Shape 123"/>
        <p:cNvGrpSpPr/>
        <p:nvPr/>
      </p:nvGrpSpPr>
      <p:grpSpPr>
        <a:xfrm>
          <a:off x="0" y="0"/>
          <a:ext cx="0" cy="0"/>
          <a:chOff x="0" y="0"/>
          <a:chExt cx="0" cy="0"/>
        </a:xfrm>
      </p:grpSpPr>
      <p:sp>
        <p:nvSpPr>
          <p:cNvPr id="124" name="Google Shape;124;p25"/>
          <p:cNvSpPr txBox="1"/>
          <p:nvPr>
            <p:ph idx="12" type="sldNum"/>
          </p:nvPr>
        </p:nvSpPr>
        <p:spPr>
          <a:xfrm>
            <a:off x="40667798" y="29844588"/>
            <a:ext cx="2633700" cy="2519100"/>
          </a:xfrm>
          <a:prstGeom prst="rect">
            <a:avLst/>
          </a:prstGeom>
          <a:noFill/>
          <a:ln>
            <a:noFill/>
          </a:ln>
        </p:spPr>
        <p:txBody>
          <a:bodyPr anchorCtr="0" anchor="ctr" bIns="552625" lIns="552625" spcFirstLastPara="1" rIns="552625" wrap="square" tIns="552625">
            <a:normAutofit/>
          </a:bodyPr>
          <a:lstStyle>
            <a:lvl1pPr indent="0" lvl="0"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2194560" y="1318262"/>
            <a:ext cx="39502080" cy="5486400"/>
          </a:xfrm>
          <a:prstGeom prst="rect">
            <a:avLst/>
          </a:prstGeom>
          <a:noFill/>
          <a:ln>
            <a:noFill/>
          </a:ln>
        </p:spPr>
        <p:txBody>
          <a:bodyPr anchorCtr="0" anchor="ctr" bIns="250800" lIns="501600" spcFirstLastPara="1" rIns="501600" wrap="square" tIns="250800">
            <a:normAutofit/>
          </a:bodyPr>
          <a:lstStyle>
            <a:lvl1pPr lvl="0" marR="0" rtl="0" algn="ctr">
              <a:lnSpc>
                <a:spcPct val="100000"/>
              </a:lnSpc>
              <a:spcBef>
                <a:spcPts val="0"/>
              </a:spcBef>
              <a:spcAft>
                <a:spcPts val="0"/>
              </a:spcAft>
              <a:buClr>
                <a:schemeClr val="dk1"/>
              </a:buClr>
              <a:buSzPts val="24100"/>
              <a:buFont typeface="Calibri"/>
              <a:buNone/>
              <a:defRPr b="0" i="0" sz="241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
          <p:cNvSpPr txBox="1"/>
          <p:nvPr>
            <p:ph idx="1" type="body"/>
          </p:nvPr>
        </p:nvSpPr>
        <p:spPr>
          <a:xfrm>
            <a:off x="2194560" y="7680963"/>
            <a:ext cx="39502080" cy="21724622"/>
          </a:xfrm>
          <a:prstGeom prst="rect">
            <a:avLst/>
          </a:prstGeom>
          <a:noFill/>
          <a:ln>
            <a:noFill/>
          </a:ln>
        </p:spPr>
        <p:txBody>
          <a:bodyPr anchorCtr="0" anchor="t" bIns="250800" lIns="501600" spcFirstLastPara="1" rIns="501600" wrap="square" tIns="250800">
            <a:normAutofit/>
          </a:bodyPr>
          <a:lstStyle>
            <a:lvl1pPr indent="-1346200" lvl="0" marL="457200" marR="0" rtl="0" algn="l">
              <a:lnSpc>
                <a:spcPct val="100000"/>
              </a:lnSpc>
              <a:spcBef>
                <a:spcPts val="3520"/>
              </a:spcBef>
              <a:spcAft>
                <a:spcPts val="0"/>
              </a:spcAft>
              <a:buClr>
                <a:schemeClr val="dk1"/>
              </a:buClr>
              <a:buSzPts val="17600"/>
              <a:buFont typeface="Arial"/>
              <a:buChar char="•"/>
              <a:defRPr b="0" i="0" sz="17600" u="none" cap="none" strike="noStrike">
                <a:solidFill>
                  <a:schemeClr val="dk1"/>
                </a:solidFill>
                <a:latin typeface="Calibri"/>
                <a:ea typeface="Calibri"/>
                <a:cs typeface="Calibri"/>
                <a:sym typeface="Calibri"/>
              </a:defRPr>
            </a:lvl1pPr>
            <a:lvl2pPr indent="-1206500" lvl="1" marL="914400" marR="0" rtl="0" algn="l">
              <a:lnSpc>
                <a:spcPct val="100000"/>
              </a:lnSpc>
              <a:spcBef>
                <a:spcPts val="3080"/>
              </a:spcBef>
              <a:spcAft>
                <a:spcPts val="0"/>
              </a:spcAft>
              <a:buClr>
                <a:schemeClr val="dk1"/>
              </a:buClr>
              <a:buSzPts val="15400"/>
              <a:buFont typeface="Arial"/>
              <a:buChar char="–"/>
              <a:defRPr b="0" i="0" sz="15400" u="none" cap="none" strike="noStrike">
                <a:solidFill>
                  <a:schemeClr val="dk1"/>
                </a:solidFill>
                <a:latin typeface="Calibri"/>
                <a:ea typeface="Calibri"/>
                <a:cs typeface="Calibri"/>
                <a:sym typeface="Calibri"/>
              </a:defRPr>
            </a:lvl2pPr>
            <a:lvl3pPr indent="-1066800" lvl="2" marL="1371600" marR="0" rtl="0" algn="l">
              <a:lnSpc>
                <a:spcPct val="100000"/>
              </a:lnSpc>
              <a:spcBef>
                <a:spcPts val="2640"/>
              </a:spcBef>
              <a:spcAft>
                <a:spcPts val="0"/>
              </a:spcAft>
              <a:buClr>
                <a:schemeClr val="dk1"/>
              </a:buClr>
              <a:buSzPts val="13200"/>
              <a:buFont typeface="Arial"/>
              <a:buChar char="•"/>
              <a:defRPr b="0" i="0" sz="13200" u="none" cap="none" strike="noStrike">
                <a:solidFill>
                  <a:schemeClr val="dk1"/>
                </a:solidFill>
                <a:latin typeface="Calibri"/>
                <a:ea typeface="Calibri"/>
                <a:cs typeface="Calibri"/>
                <a:sym typeface="Calibri"/>
              </a:defRPr>
            </a:lvl3pPr>
            <a:lvl4pPr indent="-927100" lvl="3" marL="1828800" marR="0" rtl="0" algn="l">
              <a:lnSpc>
                <a:spcPct val="100000"/>
              </a:lnSpc>
              <a:spcBef>
                <a:spcPts val="2200"/>
              </a:spcBef>
              <a:spcAft>
                <a:spcPts val="0"/>
              </a:spcAft>
              <a:buClr>
                <a:schemeClr val="dk1"/>
              </a:buClr>
              <a:buSzPts val="11000"/>
              <a:buFont typeface="Arial"/>
              <a:buChar char="–"/>
              <a:defRPr b="0" i="0" sz="11000" u="none" cap="none" strike="noStrike">
                <a:solidFill>
                  <a:schemeClr val="dk1"/>
                </a:solidFill>
                <a:latin typeface="Calibri"/>
                <a:ea typeface="Calibri"/>
                <a:cs typeface="Calibri"/>
                <a:sym typeface="Calibri"/>
              </a:defRPr>
            </a:lvl4pPr>
            <a:lvl5pPr indent="-927100" lvl="4" marL="2286000" marR="0" rtl="0" algn="l">
              <a:lnSpc>
                <a:spcPct val="100000"/>
              </a:lnSpc>
              <a:spcBef>
                <a:spcPts val="2200"/>
              </a:spcBef>
              <a:spcAft>
                <a:spcPts val="0"/>
              </a:spcAft>
              <a:buClr>
                <a:schemeClr val="dk1"/>
              </a:buClr>
              <a:buSzPts val="11000"/>
              <a:buFont typeface="Arial"/>
              <a:buChar char="»"/>
              <a:defRPr b="0" i="0" sz="11000" u="none" cap="none" strike="noStrike">
                <a:solidFill>
                  <a:schemeClr val="dk1"/>
                </a:solidFill>
                <a:latin typeface="Calibri"/>
                <a:ea typeface="Calibri"/>
                <a:cs typeface="Calibri"/>
                <a:sym typeface="Calibri"/>
              </a:defRPr>
            </a:lvl5pPr>
            <a:lvl6pPr indent="-927100" lvl="5" marL="2743200" marR="0" rtl="0" algn="l">
              <a:lnSpc>
                <a:spcPct val="100000"/>
              </a:lnSpc>
              <a:spcBef>
                <a:spcPts val="2200"/>
              </a:spcBef>
              <a:spcAft>
                <a:spcPts val="0"/>
              </a:spcAft>
              <a:buClr>
                <a:schemeClr val="dk1"/>
              </a:buClr>
              <a:buSzPts val="11000"/>
              <a:buFont typeface="Arial"/>
              <a:buChar char="•"/>
              <a:defRPr b="0" i="0" sz="11000" u="none" cap="none" strike="noStrike">
                <a:solidFill>
                  <a:schemeClr val="dk1"/>
                </a:solidFill>
                <a:latin typeface="Calibri"/>
                <a:ea typeface="Calibri"/>
                <a:cs typeface="Calibri"/>
                <a:sym typeface="Calibri"/>
              </a:defRPr>
            </a:lvl6pPr>
            <a:lvl7pPr indent="-927100" lvl="6" marL="3200400" marR="0" rtl="0" algn="l">
              <a:lnSpc>
                <a:spcPct val="100000"/>
              </a:lnSpc>
              <a:spcBef>
                <a:spcPts val="2200"/>
              </a:spcBef>
              <a:spcAft>
                <a:spcPts val="0"/>
              </a:spcAft>
              <a:buClr>
                <a:schemeClr val="dk1"/>
              </a:buClr>
              <a:buSzPts val="11000"/>
              <a:buFont typeface="Arial"/>
              <a:buChar char="•"/>
              <a:defRPr b="0" i="0" sz="11000" u="none" cap="none" strike="noStrike">
                <a:solidFill>
                  <a:schemeClr val="dk1"/>
                </a:solidFill>
                <a:latin typeface="Calibri"/>
                <a:ea typeface="Calibri"/>
                <a:cs typeface="Calibri"/>
                <a:sym typeface="Calibri"/>
              </a:defRPr>
            </a:lvl7pPr>
            <a:lvl8pPr indent="-927100" lvl="7" marL="3657600" marR="0" rtl="0" algn="l">
              <a:lnSpc>
                <a:spcPct val="100000"/>
              </a:lnSpc>
              <a:spcBef>
                <a:spcPts val="2200"/>
              </a:spcBef>
              <a:spcAft>
                <a:spcPts val="0"/>
              </a:spcAft>
              <a:buClr>
                <a:schemeClr val="dk1"/>
              </a:buClr>
              <a:buSzPts val="11000"/>
              <a:buFont typeface="Arial"/>
              <a:buChar char="•"/>
              <a:defRPr b="0" i="0" sz="11000" u="none" cap="none" strike="noStrike">
                <a:solidFill>
                  <a:schemeClr val="dk1"/>
                </a:solidFill>
                <a:latin typeface="Calibri"/>
                <a:ea typeface="Calibri"/>
                <a:cs typeface="Calibri"/>
                <a:sym typeface="Calibri"/>
              </a:defRPr>
            </a:lvl8pPr>
            <a:lvl9pPr indent="-927100" lvl="8" marL="4114800" marR="0" rtl="0" algn="l">
              <a:lnSpc>
                <a:spcPct val="100000"/>
              </a:lnSpc>
              <a:spcBef>
                <a:spcPts val="2200"/>
              </a:spcBef>
              <a:spcAft>
                <a:spcPts val="0"/>
              </a:spcAft>
              <a:buClr>
                <a:schemeClr val="dk1"/>
              </a:buClr>
              <a:buSzPts val="11000"/>
              <a:buFont typeface="Arial"/>
              <a:buChar char="•"/>
              <a:defRPr b="0" i="0" sz="11000" u="none" cap="none" strike="noStrike">
                <a:solidFill>
                  <a:schemeClr val="dk1"/>
                </a:solidFill>
                <a:latin typeface="Calibri"/>
                <a:ea typeface="Calibri"/>
                <a:cs typeface="Calibri"/>
                <a:sym typeface="Calibri"/>
              </a:defRPr>
            </a:lvl9pPr>
          </a:lstStyle>
          <a:p/>
        </p:txBody>
      </p:sp>
      <p:sp>
        <p:nvSpPr>
          <p:cNvPr id="8" name="Google Shape;8;p2"/>
          <p:cNvSpPr txBox="1"/>
          <p:nvPr>
            <p:ph idx="10" type="dt"/>
          </p:nvPr>
        </p:nvSpPr>
        <p:spPr>
          <a:xfrm>
            <a:off x="2194560" y="30510482"/>
            <a:ext cx="10241280" cy="1752600"/>
          </a:xfrm>
          <a:prstGeom prst="rect">
            <a:avLst/>
          </a:prstGeom>
          <a:noFill/>
          <a:ln>
            <a:noFill/>
          </a:ln>
        </p:spPr>
        <p:txBody>
          <a:bodyPr anchorCtr="0" anchor="ctr" bIns="250800" lIns="501600" spcFirstLastPara="1" rIns="501600" wrap="square" tIns="250800">
            <a:noAutofit/>
          </a:bodyPr>
          <a:lstStyle>
            <a:lvl1pPr lvl="0" marR="0" rtl="0" algn="l">
              <a:lnSpc>
                <a:spcPct val="100000"/>
              </a:lnSpc>
              <a:spcBef>
                <a:spcPts val="0"/>
              </a:spcBef>
              <a:spcAft>
                <a:spcPts val="0"/>
              </a:spcAft>
              <a:buClr>
                <a:srgbClr val="000000"/>
              </a:buClr>
              <a:buSzPts val="1400"/>
              <a:buFont typeface="Arial"/>
              <a:buNone/>
              <a:defRPr b="0" i="0" sz="66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9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9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9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9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9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9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9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9900" u="none" cap="none" strike="noStrike">
                <a:solidFill>
                  <a:schemeClr val="dk1"/>
                </a:solidFill>
                <a:latin typeface="Calibri"/>
                <a:ea typeface="Calibri"/>
                <a:cs typeface="Calibri"/>
                <a:sym typeface="Calibri"/>
              </a:defRPr>
            </a:lvl9pPr>
          </a:lstStyle>
          <a:p/>
        </p:txBody>
      </p:sp>
      <p:sp>
        <p:nvSpPr>
          <p:cNvPr id="9" name="Google Shape;9;p2"/>
          <p:cNvSpPr txBox="1"/>
          <p:nvPr>
            <p:ph idx="11" type="ftr"/>
          </p:nvPr>
        </p:nvSpPr>
        <p:spPr>
          <a:xfrm>
            <a:off x="14996160" y="30510482"/>
            <a:ext cx="13898880" cy="1752600"/>
          </a:xfrm>
          <a:prstGeom prst="rect">
            <a:avLst/>
          </a:prstGeom>
          <a:noFill/>
          <a:ln>
            <a:noFill/>
          </a:ln>
        </p:spPr>
        <p:txBody>
          <a:bodyPr anchorCtr="0" anchor="ctr" bIns="250800" lIns="501600" spcFirstLastPara="1" rIns="501600" wrap="square" tIns="250800">
            <a:noAutofit/>
          </a:bodyPr>
          <a:lstStyle>
            <a:lvl1pPr lvl="0" marR="0" rtl="0" algn="ctr">
              <a:lnSpc>
                <a:spcPct val="100000"/>
              </a:lnSpc>
              <a:spcBef>
                <a:spcPts val="0"/>
              </a:spcBef>
              <a:spcAft>
                <a:spcPts val="0"/>
              </a:spcAft>
              <a:buClr>
                <a:srgbClr val="000000"/>
              </a:buClr>
              <a:buSzPts val="1400"/>
              <a:buFont typeface="Arial"/>
              <a:buNone/>
              <a:defRPr b="0" i="0" sz="66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9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9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9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9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9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9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9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9900" u="none" cap="none" strike="noStrike">
                <a:solidFill>
                  <a:schemeClr val="dk1"/>
                </a:solidFill>
                <a:latin typeface="Calibri"/>
                <a:ea typeface="Calibri"/>
                <a:cs typeface="Calibri"/>
                <a:sym typeface="Calibri"/>
              </a:defRPr>
            </a:lvl9pPr>
          </a:lstStyle>
          <a:p/>
        </p:txBody>
      </p:sp>
      <p:sp>
        <p:nvSpPr>
          <p:cNvPr id="10" name="Google Shape;10;p2"/>
          <p:cNvSpPr txBox="1"/>
          <p:nvPr>
            <p:ph idx="12" type="sldNum"/>
          </p:nvPr>
        </p:nvSpPr>
        <p:spPr>
          <a:xfrm>
            <a:off x="31455360" y="30510482"/>
            <a:ext cx="10241280" cy="1752600"/>
          </a:xfrm>
          <a:prstGeom prst="rect">
            <a:avLst/>
          </a:prstGeom>
          <a:noFill/>
          <a:ln>
            <a:noFill/>
          </a:ln>
        </p:spPr>
        <p:txBody>
          <a:bodyPr anchorCtr="0" anchor="ctr" bIns="250800" lIns="501600" spcFirstLastPara="1" rIns="501600" wrap="square" tIns="250800">
            <a:noAutofit/>
          </a:bodyPr>
          <a:lstStyle>
            <a:lvl1pPr indent="0" lvl="0" marL="0" marR="0" rtl="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6600"/>
              <a:buFont typeface="Arial"/>
              <a:buNone/>
              <a:defRPr b="0" i="0" sz="6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0" name="Shape 80"/>
        <p:cNvGrpSpPr/>
        <p:nvPr/>
      </p:nvGrpSpPr>
      <p:grpSpPr>
        <a:xfrm>
          <a:off x="0" y="0"/>
          <a:ext cx="0" cy="0"/>
          <a:chOff x="0" y="0"/>
          <a:chExt cx="0" cy="0"/>
        </a:xfrm>
      </p:grpSpPr>
      <p:sp>
        <p:nvSpPr>
          <p:cNvPr id="81" name="Google Shape;81;p14"/>
          <p:cNvSpPr txBox="1"/>
          <p:nvPr>
            <p:ph type="title"/>
          </p:nvPr>
        </p:nvSpPr>
        <p:spPr>
          <a:xfrm>
            <a:off x="1496160" y="2848160"/>
            <a:ext cx="40899300" cy="3665400"/>
          </a:xfrm>
          <a:prstGeom prst="rect">
            <a:avLst/>
          </a:prstGeom>
          <a:noFill/>
          <a:ln>
            <a:noFill/>
          </a:ln>
        </p:spPr>
        <p:txBody>
          <a:bodyPr anchorCtr="0" anchor="t" bIns="552625" lIns="552625" spcFirstLastPara="1" rIns="552625" wrap="square" tIns="552625">
            <a:normAutofit/>
          </a:bodyPr>
          <a:lstStyle>
            <a:lvl1pPr lvl="0" marR="0" rtl="0" algn="l">
              <a:lnSpc>
                <a:spcPct val="100000"/>
              </a:lnSpc>
              <a:spcBef>
                <a:spcPts val="0"/>
              </a:spcBef>
              <a:spcAft>
                <a:spcPts val="0"/>
              </a:spcAft>
              <a:buClr>
                <a:schemeClr val="dk1"/>
              </a:buClr>
              <a:buSzPts val="16924"/>
              <a:buFont typeface="Arial"/>
              <a:buNone/>
              <a:defRPr b="0" i="0" sz="16924"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6924"/>
              <a:buFont typeface="Arial"/>
              <a:buNone/>
              <a:defRPr b="0" i="0" sz="16924"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6924"/>
              <a:buFont typeface="Arial"/>
              <a:buNone/>
              <a:defRPr b="0" i="0" sz="16924"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6924"/>
              <a:buFont typeface="Arial"/>
              <a:buNone/>
              <a:defRPr b="0" i="0" sz="16924"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6924"/>
              <a:buFont typeface="Arial"/>
              <a:buNone/>
              <a:defRPr b="0" i="0" sz="16924"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6924"/>
              <a:buFont typeface="Arial"/>
              <a:buNone/>
              <a:defRPr b="0" i="0" sz="16924"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6924"/>
              <a:buFont typeface="Arial"/>
              <a:buNone/>
              <a:defRPr b="0" i="0" sz="16924"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6924"/>
              <a:buFont typeface="Arial"/>
              <a:buNone/>
              <a:defRPr b="0" i="0" sz="16924"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6924"/>
              <a:buFont typeface="Arial"/>
              <a:buNone/>
              <a:defRPr b="0" i="0" sz="16924" u="none" cap="none" strike="noStrike">
                <a:solidFill>
                  <a:schemeClr val="dk1"/>
                </a:solidFill>
                <a:latin typeface="Arial"/>
                <a:ea typeface="Arial"/>
                <a:cs typeface="Arial"/>
                <a:sym typeface="Arial"/>
              </a:defRPr>
            </a:lvl9pPr>
          </a:lstStyle>
          <a:p/>
        </p:txBody>
      </p:sp>
      <p:sp>
        <p:nvSpPr>
          <p:cNvPr id="82" name="Google Shape;82;p14"/>
          <p:cNvSpPr txBox="1"/>
          <p:nvPr>
            <p:ph idx="1" type="body"/>
          </p:nvPr>
        </p:nvSpPr>
        <p:spPr>
          <a:xfrm>
            <a:off x="1496160" y="7375840"/>
            <a:ext cx="40899300" cy="21865200"/>
          </a:xfrm>
          <a:prstGeom prst="rect">
            <a:avLst/>
          </a:prstGeom>
          <a:noFill/>
          <a:ln>
            <a:noFill/>
          </a:ln>
        </p:spPr>
        <p:txBody>
          <a:bodyPr anchorCtr="0" anchor="t" bIns="552625" lIns="552625" spcFirstLastPara="1" rIns="552625" wrap="square" tIns="552625">
            <a:normAutofit/>
          </a:bodyPr>
          <a:lstStyle>
            <a:lvl1pPr indent="-919480" lvl="0" marL="457200" marR="0" rtl="0" algn="l">
              <a:lnSpc>
                <a:spcPct val="115000"/>
              </a:lnSpc>
              <a:spcBef>
                <a:spcPts val="0"/>
              </a:spcBef>
              <a:spcAft>
                <a:spcPts val="0"/>
              </a:spcAft>
              <a:buClr>
                <a:schemeClr val="dk2"/>
              </a:buClr>
              <a:buSzPts val="10880"/>
              <a:buFont typeface="Arial"/>
              <a:buChar char="●"/>
              <a:defRPr b="0" i="0" sz="10880" u="none" cap="none" strike="noStrike">
                <a:solidFill>
                  <a:schemeClr val="dk2"/>
                </a:solidFill>
                <a:latin typeface="Arial"/>
                <a:ea typeface="Arial"/>
                <a:cs typeface="Arial"/>
                <a:sym typeface="Arial"/>
              </a:defRPr>
            </a:lvl1pPr>
            <a:lvl2pPr indent="-765937" lvl="1" marL="914400" marR="0" rtl="0" algn="l">
              <a:lnSpc>
                <a:spcPct val="115000"/>
              </a:lnSpc>
              <a:spcBef>
                <a:spcPts val="0"/>
              </a:spcBef>
              <a:spcAft>
                <a:spcPts val="0"/>
              </a:spcAft>
              <a:buClr>
                <a:schemeClr val="dk2"/>
              </a:buClr>
              <a:buSzPts val="8462"/>
              <a:buFont typeface="Arial"/>
              <a:buChar char="○"/>
              <a:defRPr b="0" i="0" sz="8462" u="none" cap="none" strike="noStrike">
                <a:solidFill>
                  <a:schemeClr val="dk2"/>
                </a:solidFill>
                <a:latin typeface="Arial"/>
                <a:ea typeface="Arial"/>
                <a:cs typeface="Arial"/>
                <a:sym typeface="Arial"/>
              </a:defRPr>
            </a:lvl2pPr>
            <a:lvl3pPr indent="-765937" lvl="2" marL="1371600" marR="0" rtl="0" algn="l">
              <a:lnSpc>
                <a:spcPct val="115000"/>
              </a:lnSpc>
              <a:spcBef>
                <a:spcPts val="0"/>
              </a:spcBef>
              <a:spcAft>
                <a:spcPts val="0"/>
              </a:spcAft>
              <a:buClr>
                <a:schemeClr val="dk2"/>
              </a:buClr>
              <a:buSzPts val="8462"/>
              <a:buFont typeface="Arial"/>
              <a:buChar char="■"/>
              <a:defRPr b="0" i="0" sz="8462" u="none" cap="none" strike="noStrike">
                <a:solidFill>
                  <a:schemeClr val="dk2"/>
                </a:solidFill>
                <a:latin typeface="Arial"/>
                <a:ea typeface="Arial"/>
                <a:cs typeface="Arial"/>
                <a:sym typeface="Arial"/>
              </a:defRPr>
            </a:lvl3pPr>
            <a:lvl4pPr indent="-765937" lvl="3" marL="1828800" marR="0" rtl="0" algn="l">
              <a:lnSpc>
                <a:spcPct val="115000"/>
              </a:lnSpc>
              <a:spcBef>
                <a:spcPts val="0"/>
              </a:spcBef>
              <a:spcAft>
                <a:spcPts val="0"/>
              </a:spcAft>
              <a:buClr>
                <a:schemeClr val="dk2"/>
              </a:buClr>
              <a:buSzPts val="8462"/>
              <a:buFont typeface="Arial"/>
              <a:buChar char="●"/>
              <a:defRPr b="0" i="0" sz="8462" u="none" cap="none" strike="noStrike">
                <a:solidFill>
                  <a:schemeClr val="dk2"/>
                </a:solidFill>
                <a:latin typeface="Arial"/>
                <a:ea typeface="Arial"/>
                <a:cs typeface="Arial"/>
                <a:sym typeface="Arial"/>
              </a:defRPr>
            </a:lvl4pPr>
            <a:lvl5pPr indent="-765937" lvl="4" marL="2286000" marR="0" rtl="0" algn="l">
              <a:lnSpc>
                <a:spcPct val="115000"/>
              </a:lnSpc>
              <a:spcBef>
                <a:spcPts val="0"/>
              </a:spcBef>
              <a:spcAft>
                <a:spcPts val="0"/>
              </a:spcAft>
              <a:buClr>
                <a:schemeClr val="dk2"/>
              </a:buClr>
              <a:buSzPts val="8462"/>
              <a:buFont typeface="Arial"/>
              <a:buChar char="○"/>
              <a:defRPr b="0" i="0" sz="8462" u="none" cap="none" strike="noStrike">
                <a:solidFill>
                  <a:schemeClr val="dk2"/>
                </a:solidFill>
                <a:latin typeface="Arial"/>
                <a:ea typeface="Arial"/>
                <a:cs typeface="Arial"/>
                <a:sym typeface="Arial"/>
              </a:defRPr>
            </a:lvl5pPr>
            <a:lvl6pPr indent="-765937" lvl="5" marL="2743200" marR="0" rtl="0" algn="l">
              <a:lnSpc>
                <a:spcPct val="115000"/>
              </a:lnSpc>
              <a:spcBef>
                <a:spcPts val="0"/>
              </a:spcBef>
              <a:spcAft>
                <a:spcPts val="0"/>
              </a:spcAft>
              <a:buClr>
                <a:schemeClr val="dk2"/>
              </a:buClr>
              <a:buSzPts val="8462"/>
              <a:buFont typeface="Arial"/>
              <a:buChar char="■"/>
              <a:defRPr b="0" i="0" sz="8462" u="none" cap="none" strike="noStrike">
                <a:solidFill>
                  <a:schemeClr val="dk2"/>
                </a:solidFill>
                <a:latin typeface="Arial"/>
                <a:ea typeface="Arial"/>
                <a:cs typeface="Arial"/>
                <a:sym typeface="Arial"/>
              </a:defRPr>
            </a:lvl6pPr>
            <a:lvl7pPr indent="-765937" lvl="6" marL="3200400" marR="0" rtl="0" algn="l">
              <a:lnSpc>
                <a:spcPct val="115000"/>
              </a:lnSpc>
              <a:spcBef>
                <a:spcPts val="0"/>
              </a:spcBef>
              <a:spcAft>
                <a:spcPts val="0"/>
              </a:spcAft>
              <a:buClr>
                <a:schemeClr val="dk2"/>
              </a:buClr>
              <a:buSzPts val="8462"/>
              <a:buFont typeface="Arial"/>
              <a:buChar char="●"/>
              <a:defRPr b="0" i="0" sz="8462" u="none" cap="none" strike="noStrike">
                <a:solidFill>
                  <a:schemeClr val="dk2"/>
                </a:solidFill>
                <a:latin typeface="Arial"/>
                <a:ea typeface="Arial"/>
                <a:cs typeface="Arial"/>
                <a:sym typeface="Arial"/>
              </a:defRPr>
            </a:lvl7pPr>
            <a:lvl8pPr indent="-765937" lvl="7" marL="3657600" marR="0" rtl="0" algn="l">
              <a:lnSpc>
                <a:spcPct val="115000"/>
              </a:lnSpc>
              <a:spcBef>
                <a:spcPts val="0"/>
              </a:spcBef>
              <a:spcAft>
                <a:spcPts val="0"/>
              </a:spcAft>
              <a:buClr>
                <a:schemeClr val="dk2"/>
              </a:buClr>
              <a:buSzPts val="8462"/>
              <a:buFont typeface="Arial"/>
              <a:buChar char="○"/>
              <a:defRPr b="0" i="0" sz="8462" u="none" cap="none" strike="noStrike">
                <a:solidFill>
                  <a:schemeClr val="dk2"/>
                </a:solidFill>
                <a:latin typeface="Arial"/>
                <a:ea typeface="Arial"/>
                <a:cs typeface="Arial"/>
                <a:sym typeface="Arial"/>
              </a:defRPr>
            </a:lvl8pPr>
            <a:lvl9pPr indent="-765937" lvl="8" marL="4114800" marR="0" rtl="0" algn="l">
              <a:lnSpc>
                <a:spcPct val="115000"/>
              </a:lnSpc>
              <a:spcBef>
                <a:spcPts val="0"/>
              </a:spcBef>
              <a:spcAft>
                <a:spcPts val="0"/>
              </a:spcAft>
              <a:buClr>
                <a:schemeClr val="dk2"/>
              </a:buClr>
              <a:buSzPts val="8462"/>
              <a:buFont typeface="Arial"/>
              <a:buChar char="■"/>
              <a:defRPr b="0" i="0" sz="8462" u="none" cap="none" strike="noStrike">
                <a:solidFill>
                  <a:schemeClr val="dk2"/>
                </a:solidFill>
                <a:latin typeface="Arial"/>
                <a:ea typeface="Arial"/>
                <a:cs typeface="Arial"/>
                <a:sym typeface="Arial"/>
              </a:defRPr>
            </a:lvl9pPr>
          </a:lstStyle>
          <a:p/>
        </p:txBody>
      </p:sp>
      <p:sp>
        <p:nvSpPr>
          <p:cNvPr id="83" name="Google Shape;83;p14"/>
          <p:cNvSpPr txBox="1"/>
          <p:nvPr>
            <p:ph idx="12" type="sldNum"/>
          </p:nvPr>
        </p:nvSpPr>
        <p:spPr>
          <a:xfrm>
            <a:off x="40667798" y="29844588"/>
            <a:ext cx="2633700" cy="2519100"/>
          </a:xfrm>
          <a:prstGeom prst="rect">
            <a:avLst/>
          </a:prstGeom>
          <a:noFill/>
          <a:ln>
            <a:noFill/>
          </a:ln>
        </p:spPr>
        <p:txBody>
          <a:bodyPr anchorCtr="0" anchor="ctr" bIns="552625" lIns="552625" spcFirstLastPara="1" rIns="552625" wrap="square" tIns="552625">
            <a:normAutofit/>
          </a:bodyPr>
          <a:lstStyle>
            <a:lvl1pPr indent="0" lvl="0" marL="0" marR="0" rtl="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44"/>
              <a:buFont typeface="Arial"/>
              <a:buNone/>
              <a:defRPr b="0" i="0" sz="6044"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6.png"/><Relationship Id="rId8"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28" name="Shape 128"/>
        <p:cNvGrpSpPr/>
        <p:nvPr/>
      </p:nvGrpSpPr>
      <p:grpSpPr>
        <a:xfrm>
          <a:off x="0" y="0"/>
          <a:ext cx="0" cy="0"/>
          <a:chOff x="0" y="0"/>
          <a:chExt cx="0" cy="0"/>
        </a:xfrm>
      </p:grpSpPr>
      <p:sp>
        <p:nvSpPr>
          <p:cNvPr id="129" name="Google Shape;129;p1"/>
          <p:cNvSpPr txBox="1"/>
          <p:nvPr>
            <p:ph type="ctrTitle"/>
          </p:nvPr>
        </p:nvSpPr>
        <p:spPr>
          <a:xfrm>
            <a:off x="11182247" y="975592"/>
            <a:ext cx="29525400" cy="3342300"/>
          </a:xfrm>
          <a:prstGeom prst="rect">
            <a:avLst/>
          </a:prstGeom>
          <a:noFill/>
          <a:ln>
            <a:noFill/>
          </a:ln>
        </p:spPr>
        <p:txBody>
          <a:bodyPr anchorCtr="0" anchor="ctr" bIns="250800" lIns="501600" spcFirstLastPara="1" rIns="501600" wrap="square" tIns="250800">
            <a:noAutofit/>
          </a:bodyPr>
          <a:lstStyle/>
          <a:p>
            <a:pPr indent="0" lvl="0" marL="0" rtl="0" algn="ctr">
              <a:lnSpc>
                <a:spcPct val="100000"/>
              </a:lnSpc>
              <a:spcBef>
                <a:spcPts val="0"/>
              </a:spcBef>
              <a:spcAft>
                <a:spcPts val="0"/>
              </a:spcAft>
              <a:buClr>
                <a:schemeClr val="lt1"/>
              </a:buClr>
              <a:buSzPts val="16020"/>
              <a:buFont typeface="Calibri"/>
              <a:buNone/>
            </a:pPr>
            <a:r>
              <a:rPr lang="en" sz="9000">
                <a:solidFill>
                  <a:schemeClr val="lt1"/>
                </a:solidFill>
                <a:latin typeface="Avenir"/>
                <a:ea typeface="Avenir"/>
                <a:cs typeface="Avenir"/>
                <a:sym typeface="Avenir"/>
              </a:rPr>
              <a:t>Global AI Governance Narratives:</a:t>
            </a:r>
            <a:endParaRPr sz="9000">
              <a:solidFill>
                <a:schemeClr val="lt1"/>
              </a:solidFill>
              <a:latin typeface="Avenir"/>
              <a:ea typeface="Avenir"/>
              <a:cs typeface="Avenir"/>
              <a:sym typeface="Avenir"/>
            </a:endParaRPr>
          </a:p>
          <a:p>
            <a:pPr indent="0" lvl="0" marL="0" rtl="0" algn="ctr">
              <a:lnSpc>
                <a:spcPct val="100000"/>
              </a:lnSpc>
              <a:spcBef>
                <a:spcPts val="0"/>
              </a:spcBef>
              <a:spcAft>
                <a:spcPts val="0"/>
              </a:spcAft>
              <a:buClr>
                <a:schemeClr val="lt1"/>
              </a:buClr>
              <a:buSzPts val="16020"/>
              <a:buFont typeface="Calibri"/>
              <a:buNone/>
            </a:pPr>
            <a:r>
              <a:rPr lang="en" sz="8000">
                <a:solidFill>
                  <a:schemeClr val="lt1"/>
                </a:solidFill>
                <a:latin typeface="Avenir"/>
                <a:ea typeface="Avenir"/>
                <a:cs typeface="Avenir"/>
                <a:sym typeface="Avenir"/>
              </a:rPr>
              <a:t>A Spatial NLP Analysis of Academic and Policy Discourse</a:t>
            </a:r>
            <a:br>
              <a:rPr lang="en" sz="9000">
                <a:solidFill>
                  <a:schemeClr val="lt1"/>
                </a:solidFill>
                <a:latin typeface="Avenir"/>
                <a:ea typeface="Avenir"/>
                <a:cs typeface="Avenir"/>
                <a:sym typeface="Avenir"/>
              </a:rPr>
            </a:br>
            <a:r>
              <a:rPr lang="en" sz="7200">
                <a:solidFill>
                  <a:schemeClr val="lt1"/>
                </a:solidFill>
                <a:latin typeface="Avenir"/>
                <a:ea typeface="Avenir"/>
                <a:cs typeface="Avenir"/>
                <a:sym typeface="Avenir"/>
              </a:rPr>
              <a:t>Tambudzai G. Charumbira, Joshua Gray</a:t>
            </a:r>
            <a:endParaRPr sz="7200">
              <a:solidFill>
                <a:schemeClr val="lt1"/>
              </a:solidFill>
              <a:latin typeface="Avenir"/>
              <a:ea typeface="Avenir"/>
              <a:cs typeface="Avenir"/>
              <a:sym typeface="Avenir"/>
            </a:endParaRPr>
          </a:p>
        </p:txBody>
      </p:sp>
      <p:grpSp>
        <p:nvGrpSpPr>
          <p:cNvPr id="130" name="Google Shape;130;p1"/>
          <p:cNvGrpSpPr/>
          <p:nvPr/>
        </p:nvGrpSpPr>
        <p:grpSpPr>
          <a:xfrm>
            <a:off x="457200" y="5935900"/>
            <a:ext cx="10058406" cy="6476400"/>
            <a:chOff x="468269" y="6055200"/>
            <a:chExt cx="10058406" cy="6476400"/>
          </a:xfrm>
        </p:grpSpPr>
        <p:sp>
          <p:nvSpPr>
            <p:cNvPr id="131" name="Google Shape;131;p1"/>
            <p:cNvSpPr txBox="1"/>
            <p:nvPr/>
          </p:nvSpPr>
          <p:spPr>
            <a:xfrm>
              <a:off x="468269" y="7152600"/>
              <a:ext cx="10058400" cy="5379000"/>
            </a:xfrm>
            <a:prstGeom prst="rect">
              <a:avLst/>
            </a:prstGeom>
            <a:solidFill>
              <a:schemeClr val="lt1"/>
            </a:solidFill>
            <a:ln cap="flat" cmpd="sng" w="114300">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Clr>
                  <a:schemeClr val="dk1"/>
                </a:buClr>
                <a:buSzPts val="1100"/>
                <a:buFont typeface="Arial"/>
                <a:buNone/>
              </a:pPr>
              <a:r>
                <a:rPr lang="en" sz="3000">
                  <a:solidFill>
                    <a:schemeClr val="dk1"/>
                  </a:solidFill>
                  <a:latin typeface="Avenir"/>
                  <a:ea typeface="Avenir"/>
                  <a:cs typeface="Avenir"/>
                  <a:sym typeface="Avenir"/>
                </a:rPr>
                <a:t>Contemporary AI governance is shaped by a vast and dispersed body of academic research and national policy frameworks, yet no systematic spatial map exists of how governance concerns are framed across regions and institutions. This study addresses that gap by applying a spatial NLP framework to two complementary corpora: 41,067 peer reviewed AI publications indexed in Scopus (2015 to 2025) and 35 national AI strategy documents and international governance frameworks. Using a two-stage BERTopic pipeline and zero-shot stance classification, we identify 21 governance-relevant themes and examine how they vary across time, regions, institutions, and policy discourse. We find that only 7.8% of AI publications explicitly address governance, that post-ChatGPT governance research expanded rapidly while shifting toward opportunity-focused framing, and that academic and policy discourse align only partially. Across policy corpora, EU AI Act vocabulary emerges as a major global reference point.</a:t>
              </a:r>
              <a:endParaRPr sz="3000">
                <a:solidFill>
                  <a:schemeClr val="dk1"/>
                </a:solidFill>
                <a:latin typeface="Avenir"/>
                <a:ea typeface="Avenir"/>
                <a:cs typeface="Avenir"/>
                <a:sym typeface="Avenir"/>
              </a:endParaRPr>
            </a:p>
            <a:p>
              <a:pPr indent="0" lvl="0" marL="0" marR="0" rtl="0" algn="l">
                <a:lnSpc>
                  <a:spcPct val="115000"/>
                </a:lnSpc>
                <a:spcBef>
                  <a:spcPts val="1200"/>
                </a:spcBef>
                <a:spcAft>
                  <a:spcPts val="0"/>
                </a:spcAft>
                <a:buClr>
                  <a:srgbClr val="000000"/>
                </a:buClr>
                <a:buSzPts val="3000"/>
                <a:buFont typeface="Arial"/>
                <a:buNone/>
              </a:pPr>
              <a:r>
                <a:t/>
              </a:r>
              <a:endParaRPr sz="3000">
                <a:solidFill>
                  <a:schemeClr val="dk1"/>
                </a:solidFill>
                <a:latin typeface="Avenir"/>
                <a:ea typeface="Avenir"/>
                <a:cs typeface="Avenir"/>
                <a:sym typeface="Avenir"/>
              </a:endParaRPr>
            </a:p>
          </p:txBody>
        </p:sp>
        <p:sp>
          <p:nvSpPr>
            <p:cNvPr id="132" name="Google Shape;132;p1"/>
            <p:cNvSpPr txBox="1"/>
            <p:nvPr/>
          </p:nvSpPr>
          <p:spPr>
            <a:xfrm>
              <a:off x="468275" y="6055200"/>
              <a:ext cx="10058400" cy="1097400"/>
            </a:xfrm>
            <a:prstGeom prst="rect">
              <a:avLst/>
            </a:prstGeom>
            <a:solidFill>
              <a:srgbClr val="074E76"/>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0"/>
                <a:buFont typeface="Arial"/>
                <a:buNone/>
              </a:pPr>
              <a:r>
                <a:rPr b="0" i="0" lang="en" sz="6000" u="none" cap="none" strike="noStrike">
                  <a:solidFill>
                    <a:schemeClr val="lt1"/>
                  </a:solidFill>
                  <a:latin typeface="Calibri"/>
                  <a:ea typeface="Calibri"/>
                  <a:cs typeface="Calibri"/>
                  <a:sym typeface="Calibri"/>
                </a:rPr>
                <a:t>Abstract</a:t>
              </a:r>
              <a:endParaRPr b="0" i="0" sz="6000" u="none" cap="none" strike="noStrike">
                <a:solidFill>
                  <a:schemeClr val="lt1"/>
                </a:solidFill>
                <a:latin typeface="Calibri"/>
                <a:ea typeface="Calibri"/>
                <a:cs typeface="Calibri"/>
                <a:sym typeface="Calibri"/>
              </a:endParaRPr>
            </a:p>
          </p:txBody>
        </p:sp>
      </p:grpSp>
      <p:grpSp>
        <p:nvGrpSpPr>
          <p:cNvPr id="133" name="Google Shape;133;p1"/>
          <p:cNvGrpSpPr/>
          <p:nvPr/>
        </p:nvGrpSpPr>
        <p:grpSpPr>
          <a:xfrm>
            <a:off x="341719" y="17230170"/>
            <a:ext cx="10058406" cy="5379000"/>
            <a:chOff x="468269" y="6055200"/>
            <a:chExt cx="10058406" cy="5379000"/>
          </a:xfrm>
        </p:grpSpPr>
        <p:sp>
          <p:nvSpPr>
            <p:cNvPr id="134" name="Google Shape;134;p1"/>
            <p:cNvSpPr txBox="1"/>
            <p:nvPr/>
          </p:nvSpPr>
          <p:spPr>
            <a:xfrm>
              <a:off x="468269" y="7152600"/>
              <a:ext cx="10058400" cy="4281600"/>
            </a:xfrm>
            <a:prstGeom prst="rect">
              <a:avLst/>
            </a:prstGeom>
            <a:solidFill>
              <a:schemeClr val="lt1"/>
            </a:solidFill>
            <a:ln cap="flat" cmpd="sng" w="114300">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419100" lvl="0" marL="457200" rtl="0" algn="just">
                <a:lnSpc>
                  <a:spcPct val="115000"/>
                </a:lnSpc>
                <a:spcBef>
                  <a:spcPts val="0"/>
                </a:spcBef>
                <a:spcAft>
                  <a:spcPts val="0"/>
                </a:spcAft>
                <a:buClr>
                  <a:schemeClr val="dk1"/>
                </a:buClr>
                <a:buSzPts val="3000"/>
                <a:buFont typeface="Avenir"/>
                <a:buChar char="●"/>
              </a:pPr>
              <a:r>
                <a:rPr lang="en" sz="3000">
                  <a:solidFill>
                    <a:schemeClr val="dk1"/>
                  </a:solidFill>
                  <a:latin typeface="Avenir"/>
                  <a:ea typeface="Avenir"/>
                  <a:cs typeface="Avenir"/>
                  <a:sym typeface="Avenir"/>
                </a:rPr>
                <a:t>4</a:t>
              </a:r>
              <a:r>
                <a:rPr lang="en" sz="3000">
                  <a:solidFill>
                    <a:schemeClr val="dk1"/>
                  </a:solidFill>
                  <a:latin typeface="Avenir"/>
                  <a:ea typeface="Avenir"/>
                  <a:cs typeface="Avenir"/>
                  <a:sym typeface="Avenir"/>
                </a:rPr>
                <a:t>1,067 Scopus publications on AI and governance-related themes, covering 138 countries from 2015 to 2025.</a:t>
              </a:r>
              <a:endParaRPr sz="3000">
                <a:solidFill>
                  <a:schemeClr val="dk1"/>
                </a:solidFill>
                <a:latin typeface="Avenir"/>
                <a:ea typeface="Avenir"/>
                <a:cs typeface="Avenir"/>
                <a:sym typeface="Avenir"/>
              </a:endParaRPr>
            </a:p>
            <a:p>
              <a:pPr indent="-419100" lvl="0" marL="457200" rtl="0" algn="just">
                <a:lnSpc>
                  <a:spcPct val="115000"/>
                </a:lnSpc>
                <a:spcBef>
                  <a:spcPts val="0"/>
                </a:spcBef>
                <a:spcAft>
                  <a:spcPts val="0"/>
                </a:spcAft>
                <a:buClr>
                  <a:schemeClr val="dk1"/>
                </a:buClr>
                <a:buSzPts val="3000"/>
                <a:buFont typeface="Avenir"/>
                <a:buChar char="●"/>
              </a:pPr>
              <a:r>
                <a:rPr lang="en" sz="3000">
                  <a:solidFill>
                    <a:schemeClr val="dk1"/>
                  </a:solidFill>
                  <a:latin typeface="Avenir"/>
                  <a:ea typeface="Avenir"/>
                  <a:cs typeface="Avenir"/>
                  <a:sym typeface="Avenir"/>
                </a:rPr>
                <a:t>Pre-ChatGPT 2015 to 2021, n = 8,088; Post-ChatGPT 2022 to 2025, n = 32,979.</a:t>
              </a:r>
              <a:endParaRPr sz="3000">
                <a:solidFill>
                  <a:schemeClr val="dk1"/>
                </a:solidFill>
                <a:latin typeface="Avenir"/>
                <a:ea typeface="Avenir"/>
                <a:cs typeface="Avenir"/>
                <a:sym typeface="Avenir"/>
              </a:endParaRPr>
            </a:p>
            <a:p>
              <a:pPr indent="-419100" lvl="0" marL="457200" rtl="0" algn="just">
                <a:lnSpc>
                  <a:spcPct val="115000"/>
                </a:lnSpc>
                <a:spcBef>
                  <a:spcPts val="0"/>
                </a:spcBef>
                <a:spcAft>
                  <a:spcPts val="0"/>
                </a:spcAft>
                <a:buClr>
                  <a:schemeClr val="dk1"/>
                </a:buClr>
                <a:buSzPts val="3000"/>
                <a:buFont typeface="Avenir"/>
                <a:buChar char="●"/>
              </a:pPr>
              <a:r>
                <a:rPr lang="en" sz="3000">
                  <a:solidFill>
                    <a:schemeClr val="dk1"/>
                  </a:solidFill>
                  <a:latin typeface="Avenir"/>
                  <a:ea typeface="Avenir"/>
                  <a:cs typeface="Avenir"/>
                  <a:sym typeface="Avenir"/>
                </a:rPr>
                <a:t>35 national AI &amp; international governance frameworks across 5 world regions and international bodies.</a:t>
              </a:r>
              <a:endParaRPr sz="3000">
                <a:solidFill>
                  <a:schemeClr val="dk1"/>
                </a:solidFill>
                <a:latin typeface="Avenir"/>
                <a:ea typeface="Avenir"/>
                <a:cs typeface="Avenir"/>
                <a:sym typeface="Avenir"/>
              </a:endParaRPr>
            </a:p>
            <a:p>
              <a:pPr indent="-419100" lvl="0" marL="457200" rtl="0" algn="just">
                <a:lnSpc>
                  <a:spcPct val="115000"/>
                </a:lnSpc>
                <a:spcBef>
                  <a:spcPts val="0"/>
                </a:spcBef>
                <a:spcAft>
                  <a:spcPts val="0"/>
                </a:spcAft>
                <a:buClr>
                  <a:schemeClr val="dk1"/>
                </a:buClr>
                <a:buSzPts val="3000"/>
                <a:buFont typeface="Avenir"/>
                <a:buChar char="●"/>
              </a:pPr>
              <a:r>
                <a:rPr lang="en" sz="3000">
                  <a:solidFill>
                    <a:schemeClr val="dk1"/>
                  </a:solidFill>
                  <a:latin typeface="Avenir"/>
                  <a:ea typeface="Avenir"/>
                  <a:cs typeface="Avenir"/>
                  <a:sym typeface="Avenir"/>
                </a:rPr>
                <a:t>500-word chunks with 50-word overlap, yielding 1,557 chunks </a:t>
              </a:r>
              <a:r>
                <a:rPr lang="en" sz="3000">
                  <a:solidFill>
                    <a:schemeClr val="dk1"/>
                  </a:solidFill>
                  <a:latin typeface="Avenir"/>
                  <a:ea typeface="Avenir"/>
                  <a:cs typeface="Avenir"/>
                  <a:sym typeface="Avenir"/>
                </a:rPr>
                <a:t>for modelling.</a:t>
              </a:r>
              <a:endParaRPr sz="3000">
                <a:solidFill>
                  <a:schemeClr val="dk1"/>
                </a:solidFill>
                <a:latin typeface="Avenir"/>
                <a:ea typeface="Avenir"/>
                <a:cs typeface="Avenir"/>
                <a:sym typeface="Avenir"/>
              </a:endParaRPr>
            </a:p>
            <a:p>
              <a:pPr indent="-419100" lvl="0" marL="457200" rtl="0" algn="just">
                <a:lnSpc>
                  <a:spcPct val="115000"/>
                </a:lnSpc>
                <a:spcBef>
                  <a:spcPts val="0"/>
                </a:spcBef>
                <a:spcAft>
                  <a:spcPts val="0"/>
                </a:spcAft>
                <a:buClr>
                  <a:schemeClr val="dk1"/>
                </a:buClr>
                <a:buSzPts val="3000"/>
                <a:buFont typeface="Avenir"/>
                <a:buChar char="●"/>
              </a:pPr>
              <a:r>
                <a:rPr lang="en" sz="3000">
                  <a:solidFill>
                    <a:schemeClr val="dk1"/>
                  </a:solidFill>
                  <a:latin typeface="Avenir"/>
                  <a:ea typeface="Avenir"/>
                  <a:cs typeface="Avenir"/>
                  <a:sym typeface="Avenir"/>
                </a:rPr>
                <a:t>21 governance-relevant topics and 3,186 governance papers, representing 7.8% of the full academic corpus.</a:t>
              </a:r>
              <a:endParaRPr sz="3000">
                <a:solidFill>
                  <a:schemeClr val="dk1"/>
                </a:solidFill>
                <a:latin typeface="Avenir"/>
                <a:ea typeface="Avenir"/>
                <a:cs typeface="Avenir"/>
                <a:sym typeface="Avenir"/>
              </a:endParaRPr>
            </a:p>
            <a:p>
              <a:pPr indent="-419100" lvl="0" marL="457200" marR="0" rtl="0" algn="just">
                <a:lnSpc>
                  <a:spcPct val="115000"/>
                </a:lnSpc>
                <a:spcBef>
                  <a:spcPts val="0"/>
                </a:spcBef>
                <a:spcAft>
                  <a:spcPts val="0"/>
                </a:spcAft>
                <a:buClr>
                  <a:schemeClr val="dk1"/>
                </a:buClr>
                <a:buSzPts val="3000"/>
                <a:buFont typeface="Avenir"/>
                <a:buChar char="●"/>
              </a:pPr>
              <a:r>
                <a:rPr lang="en" sz="3000">
                  <a:solidFill>
                    <a:schemeClr val="dk1"/>
                  </a:solidFill>
                  <a:latin typeface="Avenir"/>
                  <a:ea typeface="Avenir"/>
                  <a:cs typeface="Avenir"/>
                  <a:sym typeface="Avenir"/>
                </a:rPr>
                <a:t>40,968 unique institutions geocoded with 99.96% coverage.</a:t>
              </a:r>
              <a:endParaRPr b="1" sz="3000">
                <a:solidFill>
                  <a:schemeClr val="dk1"/>
                </a:solidFill>
                <a:latin typeface="Avenir"/>
                <a:ea typeface="Avenir"/>
                <a:cs typeface="Avenir"/>
                <a:sym typeface="Avenir"/>
              </a:endParaRPr>
            </a:p>
            <a:p>
              <a:pPr indent="0" lvl="0" marL="0" marR="0" rtl="0" algn="l">
                <a:lnSpc>
                  <a:spcPct val="100000"/>
                </a:lnSpc>
                <a:spcBef>
                  <a:spcPts val="0"/>
                </a:spcBef>
                <a:spcAft>
                  <a:spcPts val="0"/>
                </a:spcAft>
                <a:buClr>
                  <a:srgbClr val="000000"/>
                </a:buClr>
                <a:buSzPts val="3900"/>
                <a:buFont typeface="Arial"/>
                <a:buNone/>
              </a:pPr>
              <a:r>
                <a:t/>
              </a:r>
              <a:endParaRPr b="0" i="0" sz="3900" u="none" cap="none" strike="noStrike">
                <a:solidFill>
                  <a:srgbClr val="074E76"/>
                </a:solidFill>
                <a:latin typeface="Avenir"/>
                <a:ea typeface="Avenir"/>
                <a:cs typeface="Avenir"/>
                <a:sym typeface="Avenir"/>
              </a:endParaRPr>
            </a:p>
          </p:txBody>
        </p:sp>
        <p:sp>
          <p:nvSpPr>
            <p:cNvPr id="135" name="Google Shape;135;p1"/>
            <p:cNvSpPr txBox="1"/>
            <p:nvPr/>
          </p:nvSpPr>
          <p:spPr>
            <a:xfrm>
              <a:off x="468275" y="6055200"/>
              <a:ext cx="10058400" cy="1097400"/>
            </a:xfrm>
            <a:prstGeom prst="rect">
              <a:avLst/>
            </a:prstGeom>
            <a:solidFill>
              <a:srgbClr val="074E76"/>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0"/>
                <a:buFont typeface="Arial"/>
                <a:buNone/>
              </a:pPr>
              <a:r>
                <a:rPr b="0" i="0" lang="en" sz="6000" u="none" cap="none" strike="noStrike">
                  <a:solidFill>
                    <a:schemeClr val="lt1"/>
                  </a:solidFill>
                  <a:latin typeface="Calibri"/>
                  <a:ea typeface="Calibri"/>
                  <a:cs typeface="Calibri"/>
                  <a:sym typeface="Calibri"/>
                </a:rPr>
                <a:t>Data Info</a:t>
              </a:r>
              <a:endParaRPr b="0" i="0" sz="6000" u="none" cap="none" strike="noStrike">
                <a:solidFill>
                  <a:schemeClr val="lt1"/>
                </a:solidFill>
                <a:latin typeface="Calibri"/>
                <a:ea typeface="Calibri"/>
                <a:cs typeface="Calibri"/>
                <a:sym typeface="Calibri"/>
              </a:endParaRPr>
            </a:p>
          </p:txBody>
        </p:sp>
      </p:grpSp>
      <p:grpSp>
        <p:nvGrpSpPr>
          <p:cNvPr id="136" name="Google Shape;136;p1"/>
          <p:cNvGrpSpPr/>
          <p:nvPr/>
        </p:nvGrpSpPr>
        <p:grpSpPr>
          <a:xfrm>
            <a:off x="33458149" y="28096736"/>
            <a:ext cx="10058400" cy="4281600"/>
            <a:chOff x="468269" y="7152600"/>
            <a:chExt cx="10058400" cy="4281600"/>
          </a:xfrm>
        </p:grpSpPr>
        <p:sp>
          <p:nvSpPr>
            <p:cNvPr id="137" name="Google Shape;137;p1"/>
            <p:cNvSpPr txBox="1"/>
            <p:nvPr/>
          </p:nvSpPr>
          <p:spPr>
            <a:xfrm>
              <a:off x="468269" y="7152600"/>
              <a:ext cx="10058400" cy="4281600"/>
            </a:xfrm>
            <a:prstGeom prst="rect">
              <a:avLst/>
            </a:prstGeom>
            <a:solidFill>
              <a:schemeClr val="lt1"/>
            </a:solidFill>
            <a:ln cap="flat" cmpd="sng" w="114300">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342900" lvl="0" marL="342900" marR="0" rtl="0" algn="l">
                <a:lnSpc>
                  <a:spcPct val="100000"/>
                </a:lnSpc>
                <a:spcBef>
                  <a:spcPts val="0"/>
                </a:spcBef>
                <a:spcAft>
                  <a:spcPts val="0"/>
                </a:spcAft>
                <a:buClr>
                  <a:srgbClr val="000000"/>
                </a:buClr>
                <a:buSzPts val="2600"/>
                <a:buFont typeface="Arial"/>
                <a:buNone/>
              </a:pPr>
              <a:r>
                <a:t/>
              </a:r>
              <a:endParaRPr sz="2600">
                <a:solidFill>
                  <a:schemeClr val="dk1"/>
                </a:solidFill>
                <a:latin typeface="Avenir"/>
                <a:ea typeface="Avenir"/>
                <a:cs typeface="Avenir"/>
                <a:sym typeface="Avenir"/>
              </a:endParaRPr>
            </a:p>
            <a:p>
              <a:pPr indent="-342900" lvl="0" marL="342900" marR="0" rtl="0" algn="l">
                <a:lnSpc>
                  <a:spcPct val="100000"/>
                </a:lnSpc>
                <a:spcBef>
                  <a:spcPts val="0"/>
                </a:spcBef>
                <a:spcAft>
                  <a:spcPts val="0"/>
                </a:spcAft>
                <a:buClr>
                  <a:srgbClr val="000000"/>
                </a:buClr>
                <a:buSzPts val="2600"/>
                <a:buFont typeface="Arial"/>
                <a:buNone/>
              </a:pPr>
              <a:r>
                <a:t/>
              </a:r>
              <a:endParaRPr sz="2600">
                <a:solidFill>
                  <a:schemeClr val="dk1"/>
                </a:solidFill>
                <a:latin typeface="Avenir"/>
                <a:ea typeface="Avenir"/>
                <a:cs typeface="Avenir"/>
                <a:sym typeface="Avenir"/>
              </a:endParaRPr>
            </a:p>
            <a:p>
              <a:pPr indent="-342900" lvl="0" marL="342900" marR="0" rtl="0" algn="l">
                <a:lnSpc>
                  <a:spcPct val="100000"/>
                </a:lnSpc>
                <a:spcBef>
                  <a:spcPts val="0"/>
                </a:spcBef>
                <a:spcAft>
                  <a:spcPts val="0"/>
                </a:spcAft>
                <a:buClr>
                  <a:srgbClr val="000000"/>
                </a:buClr>
                <a:buSzPts val="2600"/>
                <a:buFont typeface="Arial"/>
                <a:buNone/>
              </a:pPr>
              <a:r>
                <a:t/>
              </a:r>
              <a:endParaRPr sz="2600">
                <a:solidFill>
                  <a:schemeClr val="dk1"/>
                </a:solidFill>
                <a:latin typeface="Avenir"/>
                <a:ea typeface="Avenir"/>
                <a:cs typeface="Avenir"/>
                <a:sym typeface="Avenir"/>
              </a:endParaRPr>
            </a:p>
            <a:p>
              <a:pPr indent="-342900" lvl="0" marL="342900" marR="0" rtl="0" algn="l">
                <a:lnSpc>
                  <a:spcPct val="100000"/>
                </a:lnSpc>
                <a:spcBef>
                  <a:spcPts val="0"/>
                </a:spcBef>
                <a:spcAft>
                  <a:spcPts val="0"/>
                </a:spcAft>
                <a:buClr>
                  <a:srgbClr val="000000"/>
                </a:buClr>
                <a:buSzPts val="2600"/>
                <a:buFont typeface="Arial"/>
                <a:buNone/>
              </a:pPr>
              <a:r>
                <a:t/>
              </a:r>
              <a:endParaRPr sz="2600">
                <a:solidFill>
                  <a:schemeClr val="dk1"/>
                </a:solidFill>
                <a:latin typeface="Avenir"/>
                <a:ea typeface="Avenir"/>
                <a:cs typeface="Avenir"/>
                <a:sym typeface="Avenir"/>
              </a:endParaRPr>
            </a:p>
            <a:p>
              <a:pPr indent="-342900" lvl="0" marL="342900" marR="0" rtl="0" algn="l">
                <a:lnSpc>
                  <a:spcPct val="100000"/>
                </a:lnSpc>
                <a:spcBef>
                  <a:spcPts val="0"/>
                </a:spcBef>
                <a:spcAft>
                  <a:spcPts val="0"/>
                </a:spcAft>
                <a:buClr>
                  <a:srgbClr val="000000"/>
                </a:buClr>
                <a:buSzPts val="2600"/>
                <a:buFont typeface="Arial"/>
                <a:buNone/>
              </a:pPr>
              <a:r>
                <a:rPr i="0" lang="en" sz="2600" u="none" cap="none" strike="noStrike">
                  <a:solidFill>
                    <a:schemeClr val="dk1"/>
                  </a:solidFill>
                  <a:latin typeface="Avenir"/>
                  <a:ea typeface="Avenir"/>
                  <a:cs typeface="Avenir"/>
                  <a:sym typeface="Avenir"/>
                </a:rPr>
                <a:t>Grootendorst, M. (2022). BERTopic: Neural topic modeling with a class-based TF-IDF procedure. arXiv:2203.05794.</a:t>
              </a:r>
              <a:endParaRPr sz="2600">
                <a:solidFill>
                  <a:schemeClr val="dk1"/>
                </a:solidFill>
                <a:latin typeface="Avenir"/>
                <a:ea typeface="Avenir"/>
                <a:cs typeface="Avenir"/>
                <a:sym typeface="Avenir"/>
              </a:endParaRPr>
            </a:p>
            <a:p>
              <a:pPr indent="-342900" lvl="0" marL="342900" marR="0" rtl="0" algn="l">
                <a:lnSpc>
                  <a:spcPct val="100000"/>
                </a:lnSpc>
                <a:spcBef>
                  <a:spcPts val="120"/>
                </a:spcBef>
                <a:spcAft>
                  <a:spcPts val="0"/>
                </a:spcAft>
                <a:buClr>
                  <a:srgbClr val="000000"/>
                </a:buClr>
                <a:buSzPts val="2600"/>
                <a:buFont typeface="Arial"/>
                <a:buNone/>
              </a:pPr>
              <a:r>
                <a:rPr i="0" lang="en" sz="2600" u="none" cap="none" strike="noStrike">
                  <a:solidFill>
                    <a:schemeClr val="dk1"/>
                  </a:solidFill>
                  <a:latin typeface="Avenir"/>
                  <a:ea typeface="Avenir"/>
                  <a:cs typeface="Avenir"/>
                  <a:sym typeface="Avenir"/>
                </a:rPr>
                <a:t>Jobin, A., Ienca, M., &amp; Vayena, E. (2019). The global landscape of AI ethics guidelines. Nature Machine Intelligence, 1, 389–399.</a:t>
              </a:r>
              <a:endParaRPr sz="2600">
                <a:solidFill>
                  <a:schemeClr val="dk1"/>
                </a:solidFill>
                <a:latin typeface="Avenir"/>
                <a:ea typeface="Avenir"/>
                <a:cs typeface="Avenir"/>
                <a:sym typeface="Avenir"/>
              </a:endParaRPr>
            </a:p>
            <a:p>
              <a:pPr indent="-342900" lvl="0" marL="342900" marR="0" rtl="0" algn="l">
                <a:lnSpc>
                  <a:spcPct val="100000"/>
                </a:lnSpc>
                <a:spcBef>
                  <a:spcPts val="120"/>
                </a:spcBef>
                <a:spcAft>
                  <a:spcPts val="0"/>
                </a:spcAft>
                <a:buClr>
                  <a:srgbClr val="000000"/>
                </a:buClr>
                <a:buSzPts val="2600"/>
                <a:buFont typeface="Arial"/>
                <a:buNone/>
              </a:pPr>
              <a:r>
                <a:rPr i="0" lang="en" sz="2600" u="none" cap="none" strike="noStrike">
                  <a:solidFill>
                    <a:schemeClr val="dk1"/>
                  </a:solidFill>
                  <a:latin typeface="Avenir"/>
                  <a:ea typeface="Avenir"/>
                  <a:cs typeface="Avenir"/>
                  <a:sym typeface="Avenir"/>
                </a:rPr>
                <a:t>Ferjani, I., Alzahrani, F.A., &amp; Bouzir, N.M. (2025). Navigating Responsible AI: A Systematic Review of Governance Mechanisms. arXiv.</a:t>
              </a:r>
              <a:endParaRPr sz="2600">
                <a:solidFill>
                  <a:schemeClr val="dk1"/>
                </a:solidFill>
                <a:latin typeface="Avenir"/>
                <a:ea typeface="Avenir"/>
                <a:cs typeface="Avenir"/>
                <a:sym typeface="Avenir"/>
              </a:endParaRPr>
            </a:p>
            <a:p>
              <a:pPr indent="-342900" lvl="0" marL="342900" marR="0" rtl="0" algn="l">
                <a:lnSpc>
                  <a:spcPct val="100000"/>
                </a:lnSpc>
                <a:spcBef>
                  <a:spcPts val="120"/>
                </a:spcBef>
                <a:spcAft>
                  <a:spcPts val="0"/>
                </a:spcAft>
                <a:buClr>
                  <a:srgbClr val="000000"/>
                </a:buClr>
                <a:buSzPts val="2600"/>
                <a:buFont typeface="Arial"/>
                <a:buNone/>
              </a:pPr>
              <a:r>
                <a:t/>
              </a:r>
              <a:endParaRPr sz="2600">
                <a:solidFill>
                  <a:schemeClr val="dk1"/>
                </a:solidFill>
                <a:latin typeface="Avenir"/>
                <a:ea typeface="Avenir"/>
                <a:cs typeface="Avenir"/>
                <a:sym typeface="Avenir"/>
              </a:endParaRPr>
            </a:p>
            <a:p>
              <a:pPr indent="-342900" lvl="0" marL="342900" marR="0" rtl="0" algn="l">
                <a:lnSpc>
                  <a:spcPct val="100000"/>
                </a:lnSpc>
                <a:spcBef>
                  <a:spcPts val="120"/>
                </a:spcBef>
                <a:spcAft>
                  <a:spcPts val="120"/>
                </a:spcAft>
                <a:buClr>
                  <a:srgbClr val="000000"/>
                </a:buClr>
                <a:buSzPts val="2600"/>
                <a:buFont typeface="Arial"/>
                <a:buNone/>
              </a:pPr>
              <a:r>
                <a:t/>
              </a:r>
              <a:endParaRPr sz="2600">
                <a:solidFill>
                  <a:schemeClr val="dk1"/>
                </a:solidFill>
                <a:latin typeface="Avenir"/>
                <a:ea typeface="Avenir"/>
                <a:cs typeface="Avenir"/>
                <a:sym typeface="Avenir"/>
              </a:endParaRPr>
            </a:p>
          </p:txBody>
        </p:sp>
        <p:sp>
          <p:nvSpPr>
            <p:cNvPr id="138" name="Google Shape;138;p1"/>
            <p:cNvSpPr txBox="1"/>
            <p:nvPr/>
          </p:nvSpPr>
          <p:spPr>
            <a:xfrm>
              <a:off x="514295" y="7561439"/>
              <a:ext cx="9966300" cy="1097400"/>
            </a:xfrm>
            <a:prstGeom prst="rect">
              <a:avLst/>
            </a:prstGeom>
            <a:solidFill>
              <a:srgbClr val="074E76"/>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0"/>
                <a:buFont typeface="Arial"/>
                <a:buNone/>
              </a:pPr>
              <a:r>
                <a:rPr b="0" i="0" lang="en" sz="6000" u="none" cap="none" strike="noStrike">
                  <a:solidFill>
                    <a:schemeClr val="lt1"/>
                  </a:solidFill>
                  <a:latin typeface="Calibri"/>
                  <a:ea typeface="Calibri"/>
                  <a:cs typeface="Calibri"/>
                  <a:sym typeface="Calibri"/>
                </a:rPr>
                <a:t>References</a:t>
              </a:r>
              <a:endParaRPr b="0" i="0" sz="6000" u="none" cap="none" strike="noStrike">
                <a:solidFill>
                  <a:schemeClr val="lt1"/>
                </a:solidFill>
                <a:latin typeface="Calibri"/>
                <a:ea typeface="Calibri"/>
                <a:cs typeface="Calibri"/>
                <a:sym typeface="Calibri"/>
              </a:endParaRPr>
            </a:p>
          </p:txBody>
        </p:sp>
      </p:grpSp>
      <p:grpSp>
        <p:nvGrpSpPr>
          <p:cNvPr id="139" name="Google Shape;139;p1"/>
          <p:cNvGrpSpPr/>
          <p:nvPr/>
        </p:nvGrpSpPr>
        <p:grpSpPr>
          <a:xfrm>
            <a:off x="33504174" y="19043120"/>
            <a:ext cx="10058406" cy="5379000"/>
            <a:chOff x="468269" y="6055200"/>
            <a:chExt cx="10058406" cy="5379000"/>
          </a:xfrm>
        </p:grpSpPr>
        <p:sp>
          <p:nvSpPr>
            <p:cNvPr id="140" name="Google Shape;140;p1"/>
            <p:cNvSpPr txBox="1"/>
            <p:nvPr/>
          </p:nvSpPr>
          <p:spPr>
            <a:xfrm>
              <a:off x="468269" y="7152600"/>
              <a:ext cx="10058400" cy="4281600"/>
            </a:xfrm>
            <a:prstGeom prst="rect">
              <a:avLst/>
            </a:prstGeom>
            <a:solidFill>
              <a:schemeClr val="lt1"/>
            </a:solidFill>
            <a:ln cap="flat" cmpd="sng" w="114300">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3200"/>
                <a:buFont typeface="Arial"/>
                <a:buNone/>
              </a:pPr>
              <a:r>
                <a:rPr lang="en" sz="3000">
                  <a:solidFill>
                    <a:schemeClr val="dk1"/>
                  </a:solidFill>
                  <a:latin typeface="Avenir"/>
                  <a:ea typeface="Avenir"/>
                  <a:cs typeface="Avenir"/>
                  <a:sym typeface="Avenir"/>
                </a:rPr>
                <a:t>AI governance research is growing rapidly, but it still represents a small share of the broader AI literature. The post-ChatGPT period saw a sharp increase in governance scholarship alongside a shift toward more opportunity-focused framing, suggesting a move from problem identification toward institutional design. Regional specialization is also clear: Europe leads in absolute output, while Africa and the Middle East show a strong cybersecurity focus and Latin America stands out in journalism and media-related governance research. These patterns suggest that global AI governance is being shaped unevenly, with regional experiences influencing which concerns receive the most attention. Academic and policy discourse also overlap only partially, with several governance concerns remaining academic-only and EU AI Act vocabulary exerting strong influence across policy frameworks beyond Europe.</a:t>
              </a:r>
              <a:endParaRPr sz="3000">
                <a:solidFill>
                  <a:schemeClr val="dk1"/>
                </a:solidFill>
                <a:latin typeface="Avenir"/>
                <a:ea typeface="Avenir"/>
                <a:cs typeface="Avenir"/>
                <a:sym typeface="Avenir"/>
              </a:endParaRPr>
            </a:p>
          </p:txBody>
        </p:sp>
        <p:sp>
          <p:nvSpPr>
            <p:cNvPr id="141" name="Google Shape;141;p1"/>
            <p:cNvSpPr txBox="1"/>
            <p:nvPr/>
          </p:nvSpPr>
          <p:spPr>
            <a:xfrm>
              <a:off x="468275" y="6055200"/>
              <a:ext cx="10058400" cy="1097400"/>
            </a:xfrm>
            <a:prstGeom prst="rect">
              <a:avLst/>
            </a:prstGeom>
            <a:solidFill>
              <a:srgbClr val="074E76"/>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0"/>
                <a:buFont typeface="Arial"/>
                <a:buNone/>
              </a:pPr>
              <a:r>
                <a:rPr b="0" i="0" lang="en" sz="6000" u="none" cap="none" strike="noStrike">
                  <a:solidFill>
                    <a:schemeClr val="lt1"/>
                  </a:solidFill>
                  <a:latin typeface="Calibri"/>
                  <a:ea typeface="Calibri"/>
                  <a:cs typeface="Calibri"/>
                  <a:sym typeface="Calibri"/>
                </a:rPr>
                <a:t>Discussion</a:t>
              </a:r>
              <a:endParaRPr b="0" i="0" sz="6000" u="none" cap="none" strike="noStrike">
                <a:solidFill>
                  <a:schemeClr val="lt1"/>
                </a:solidFill>
                <a:latin typeface="Calibri"/>
                <a:ea typeface="Calibri"/>
                <a:cs typeface="Calibri"/>
                <a:sym typeface="Calibri"/>
              </a:endParaRPr>
            </a:p>
          </p:txBody>
        </p:sp>
      </p:grpSp>
      <p:sp>
        <p:nvSpPr>
          <p:cNvPr id="142" name="Google Shape;142;p1"/>
          <p:cNvSpPr txBox="1"/>
          <p:nvPr/>
        </p:nvSpPr>
        <p:spPr>
          <a:xfrm>
            <a:off x="10972800" y="5943600"/>
            <a:ext cx="21945600" cy="1097400"/>
          </a:xfrm>
          <a:prstGeom prst="rect">
            <a:avLst/>
          </a:prstGeom>
          <a:solidFill>
            <a:srgbClr val="074E76"/>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0"/>
              <a:buFont typeface="Arial"/>
              <a:buNone/>
            </a:pPr>
            <a:r>
              <a:rPr b="0" i="0" lang="en" sz="6000" u="none" cap="none" strike="noStrike">
                <a:solidFill>
                  <a:schemeClr val="lt1"/>
                </a:solidFill>
                <a:latin typeface="Calibri"/>
                <a:ea typeface="Calibri"/>
                <a:cs typeface="Calibri"/>
                <a:sym typeface="Calibri"/>
              </a:rPr>
              <a:t>Results</a:t>
            </a:r>
            <a:endParaRPr b="0" i="0" sz="6000" u="none" cap="none" strike="noStrike">
              <a:solidFill>
                <a:schemeClr val="lt1"/>
              </a:solidFill>
              <a:latin typeface="Calibri"/>
              <a:ea typeface="Calibri"/>
              <a:cs typeface="Calibri"/>
              <a:sym typeface="Calibri"/>
            </a:endParaRPr>
          </a:p>
        </p:txBody>
      </p:sp>
      <p:grpSp>
        <p:nvGrpSpPr>
          <p:cNvPr id="143" name="Google Shape;143;p1"/>
          <p:cNvGrpSpPr/>
          <p:nvPr/>
        </p:nvGrpSpPr>
        <p:grpSpPr>
          <a:xfrm>
            <a:off x="560750" y="25346600"/>
            <a:ext cx="10058406" cy="5379000"/>
            <a:chOff x="468269" y="6055200"/>
            <a:chExt cx="10058406" cy="5379000"/>
          </a:xfrm>
        </p:grpSpPr>
        <p:sp>
          <p:nvSpPr>
            <p:cNvPr id="144" name="Google Shape;144;p1"/>
            <p:cNvSpPr txBox="1"/>
            <p:nvPr/>
          </p:nvSpPr>
          <p:spPr>
            <a:xfrm>
              <a:off x="468269" y="7152600"/>
              <a:ext cx="10058400" cy="4281600"/>
            </a:xfrm>
            <a:prstGeom prst="rect">
              <a:avLst/>
            </a:prstGeom>
            <a:solidFill>
              <a:schemeClr val="lt1"/>
            </a:solidFill>
            <a:ln cap="flat" cmpd="sng" w="114300">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3200"/>
                <a:buFont typeface="Arial"/>
                <a:buNone/>
              </a:pPr>
              <a:r>
                <a:rPr lang="en" sz="3000">
                  <a:solidFill>
                    <a:schemeClr val="dk1"/>
                  </a:solidFill>
                  <a:latin typeface="Avenir"/>
                  <a:ea typeface="Avenir"/>
                  <a:cs typeface="Avenir"/>
                  <a:sym typeface="Avenir"/>
                </a:rPr>
                <a:t>The study uses a two-stage BERTopic pipeline to model governance discourse at scale. After benchmarking candidate embedding models, all-MiniLM-L6-v2 was selected and tuned with UMAP and HDBSCAN. A second BERTopic pass was then used to decompose the large generic catch-all cluster into more meaningful sub-topics. Topics were assessed for governance relevance using OECD, EU AI Act, and UNESCO frameworks. Zero-shot stance classification labelled governance abstracts as risk-focused, opportunity-focused, or balanced, while geographic attribution was derived from first-author institutional metadata. </a:t>
              </a:r>
              <a:endParaRPr sz="3000">
                <a:solidFill>
                  <a:schemeClr val="dk1"/>
                </a:solidFill>
                <a:latin typeface="Avenir"/>
                <a:ea typeface="Avenir"/>
                <a:cs typeface="Avenir"/>
                <a:sym typeface="Avenir"/>
              </a:endParaRPr>
            </a:p>
            <a:p>
              <a:pPr indent="0" lvl="0" marL="0" marR="0" rtl="0" algn="just">
                <a:lnSpc>
                  <a:spcPct val="100000"/>
                </a:lnSpc>
                <a:spcBef>
                  <a:spcPts val="0"/>
                </a:spcBef>
                <a:spcAft>
                  <a:spcPts val="0"/>
                </a:spcAft>
                <a:buClr>
                  <a:srgbClr val="000000"/>
                </a:buClr>
                <a:buSzPts val="3200"/>
                <a:buFont typeface="Arial"/>
                <a:buNone/>
              </a:pPr>
              <a:r>
                <a:t/>
              </a:r>
              <a:endParaRPr sz="3000">
                <a:solidFill>
                  <a:schemeClr val="dk1"/>
                </a:solidFill>
                <a:latin typeface="Avenir"/>
                <a:ea typeface="Avenir"/>
                <a:cs typeface="Avenir"/>
                <a:sym typeface="Avenir"/>
              </a:endParaRPr>
            </a:p>
          </p:txBody>
        </p:sp>
        <p:sp>
          <p:nvSpPr>
            <p:cNvPr id="145" name="Google Shape;145;p1"/>
            <p:cNvSpPr txBox="1"/>
            <p:nvPr/>
          </p:nvSpPr>
          <p:spPr>
            <a:xfrm>
              <a:off x="468275" y="6055200"/>
              <a:ext cx="10058400" cy="1097400"/>
            </a:xfrm>
            <a:prstGeom prst="rect">
              <a:avLst/>
            </a:prstGeom>
            <a:solidFill>
              <a:srgbClr val="074E76"/>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0"/>
                <a:buFont typeface="Arial"/>
                <a:buNone/>
              </a:pPr>
              <a:r>
                <a:rPr b="0" i="0" lang="en" sz="6000" u="none" cap="none" strike="noStrike">
                  <a:solidFill>
                    <a:schemeClr val="lt1"/>
                  </a:solidFill>
                  <a:latin typeface="Calibri"/>
                  <a:ea typeface="Calibri"/>
                  <a:cs typeface="Calibri"/>
                  <a:sym typeface="Calibri"/>
                </a:rPr>
                <a:t>Methodology</a:t>
              </a:r>
              <a:endParaRPr b="0" i="0" sz="6000" u="none" cap="none" strike="noStrike">
                <a:solidFill>
                  <a:schemeClr val="lt1"/>
                </a:solidFill>
                <a:latin typeface="Calibri"/>
                <a:ea typeface="Calibri"/>
                <a:cs typeface="Calibri"/>
                <a:sym typeface="Calibri"/>
              </a:endParaRPr>
            </a:p>
          </p:txBody>
        </p:sp>
      </p:grpSp>
      <p:sp>
        <p:nvSpPr>
          <p:cNvPr id="146" name="Google Shape;146;p1"/>
          <p:cNvSpPr txBox="1"/>
          <p:nvPr/>
        </p:nvSpPr>
        <p:spPr>
          <a:xfrm>
            <a:off x="12880325" y="495750"/>
            <a:ext cx="28286400" cy="4302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9000"/>
              <a:buFont typeface="Arial"/>
              <a:buNone/>
            </a:pPr>
            <a:r>
              <a:rPr b="0" i="0" lang="en" sz="9000" u="none" cap="none" strike="noStrike">
                <a:solidFill>
                  <a:srgbClr val="FFFFFF"/>
                </a:solidFill>
                <a:latin typeface="Avenir"/>
                <a:ea typeface="Avenir"/>
                <a:cs typeface="Avenir"/>
                <a:sym typeface="Avenir"/>
              </a:rPr>
              <a:t>Global AI Governance Narratives:</a:t>
            </a:r>
            <a:endParaRPr b="0" i="0" sz="9000" u="none" cap="none" strike="noStrike">
              <a:solidFill>
                <a:srgbClr val="FFFFFF"/>
              </a:solidFill>
              <a:latin typeface="Avenir"/>
              <a:ea typeface="Avenir"/>
              <a:cs typeface="Avenir"/>
              <a:sym typeface="Avenir"/>
            </a:endParaRPr>
          </a:p>
          <a:p>
            <a:pPr indent="0" lvl="0" marL="0" marR="0" rtl="0" algn="ctr">
              <a:lnSpc>
                <a:spcPct val="115000"/>
              </a:lnSpc>
              <a:spcBef>
                <a:spcPts val="0"/>
              </a:spcBef>
              <a:spcAft>
                <a:spcPts val="0"/>
              </a:spcAft>
              <a:buClr>
                <a:srgbClr val="000000"/>
              </a:buClr>
              <a:buSzPts val="8000"/>
              <a:buFont typeface="Arial"/>
              <a:buNone/>
            </a:pPr>
            <a:r>
              <a:rPr b="0" i="0" lang="en" sz="8000" u="none" cap="none" strike="noStrike">
                <a:solidFill>
                  <a:srgbClr val="FFFFFF"/>
                </a:solidFill>
                <a:latin typeface="Avenir"/>
                <a:ea typeface="Avenir"/>
                <a:cs typeface="Avenir"/>
                <a:sym typeface="Avenir"/>
              </a:rPr>
              <a:t>A Spatial NLP Analysis of Academic and Policy Discourse</a:t>
            </a:r>
            <a:endParaRPr b="0" i="0" sz="8000" u="none" cap="none" strike="noStrike">
              <a:solidFill>
                <a:srgbClr val="FFFFFF"/>
              </a:solidFill>
              <a:latin typeface="Avenir"/>
              <a:ea typeface="Avenir"/>
              <a:cs typeface="Avenir"/>
              <a:sym typeface="Avenir"/>
            </a:endParaRPr>
          </a:p>
          <a:p>
            <a:pPr indent="0" lvl="0" marL="0" marR="0" rtl="0" algn="ctr">
              <a:lnSpc>
                <a:spcPct val="100000"/>
              </a:lnSpc>
              <a:spcBef>
                <a:spcPts val="0"/>
              </a:spcBef>
              <a:spcAft>
                <a:spcPts val="0"/>
              </a:spcAft>
              <a:buClr>
                <a:srgbClr val="000000"/>
              </a:buClr>
              <a:buSzPts val="7200"/>
              <a:buFont typeface="Arial"/>
              <a:buNone/>
            </a:pPr>
            <a:r>
              <a:rPr b="0" i="0" lang="en" sz="7200" u="none" cap="none" strike="noStrike">
                <a:solidFill>
                  <a:srgbClr val="FFFFFF"/>
                </a:solidFill>
                <a:latin typeface="Avenir"/>
                <a:ea typeface="Avenir"/>
                <a:cs typeface="Avenir"/>
                <a:sym typeface="Avenir"/>
              </a:rPr>
              <a:t>Tambudzai G. Charumbira, Joshua Gray</a:t>
            </a:r>
            <a:endParaRPr b="0" i="0" sz="1400" u="none" cap="none" strike="noStrike">
              <a:solidFill>
                <a:srgbClr val="000000"/>
              </a:solidFill>
              <a:latin typeface="Arial"/>
              <a:ea typeface="Arial"/>
              <a:cs typeface="Arial"/>
              <a:sym typeface="Arial"/>
            </a:endParaRPr>
          </a:p>
        </p:txBody>
      </p:sp>
      <p:grpSp>
        <p:nvGrpSpPr>
          <p:cNvPr id="147" name="Google Shape;147;p1"/>
          <p:cNvGrpSpPr/>
          <p:nvPr/>
        </p:nvGrpSpPr>
        <p:grpSpPr>
          <a:xfrm>
            <a:off x="0" y="-3825"/>
            <a:ext cx="45940400" cy="5635150"/>
            <a:chOff x="0" y="-3825"/>
            <a:chExt cx="45940400" cy="5635150"/>
          </a:xfrm>
        </p:grpSpPr>
        <p:sp>
          <p:nvSpPr>
            <p:cNvPr id="148" name="Google Shape;148;p1"/>
            <p:cNvSpPr/>
            <p:nvPr/>
          </p:nvSpPr>
          <p:spPr>
            <a:xfrm>
              <a:off x="0" y="-3825"/>
              <a:ext cx="43914275" cy="5489325"/>
            </a:xfrm>
            <a:custGeom>
              <a:rect b="b" l="l" r="r" t="t"/>
              <a:pathLst>
                <a:path extrusionOk="0" h="219573" w="1756571">
                  <a:moveTo>
                    <a:pt x="0" y="0"/>
                  </a:moveTo>
                  <a:lnTo>
                    <a:pt x="0" y="219572"/>
                  </a:lnTo>
                  <a:lnTo>
                    <a:pt x="1756570" y="219572"/>
                  </a:lnTo>
                  <a:lnTo>
                    <a:pt x="1756570" y="0"/>
                  </a:lnTo>
                  <a:close/>
                </a:path>
              </a:pathLst>
            </a:custGeom>
            <a:solidFill>
              <a:srgbClr val="064E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1"/>
            <p:cNvSpPr/>
            <p:nvPr/>
          </p:nvSpPr>
          <p:spPr>
            <a:xfrm>
              <a:off x="1283700" y="1573675"/>
              <a:ext cx="3879775" cy="2646000"/>
            </a:xfrm>
            <a:custGeom>
              <a:rect b="b" l="l" r="r" t="t"/>
              <a:pathLst>
                <a:path extrusionOk="0" h="105840" w="155191">
                  <a:moveTo>
                    <a:pt x="115202" y="2860"/>
                  </a:moveTo>
                  <a:cubicBezTo>
                    <a:pt x="117451" y="2860"/>
                    <a:pt x="118557" y="3927"/>
                    <a:pt x="118557" y="5643"/>
                  </a:cubicBezTo>
                  <a:cubicBezTo>
                    <a:pt x="118557" y="7397"/>
                    <a:pt x="117451" y="8464"/>
                    <a:pt x="115202" y="8464"/>
                  </a:cubicBezTo>
                  <a:lnTo>
                    <a:pt x="112724" y="8464"/>
                  </a:lnTo>
                  <a:lnTo>
                    <a:pt x="112724" y="2860"/>
                  </a:lnTo>
                  <a:close/>
                  <a:moveTo>
                    <a:pt x="97209" y="2402"/>
                  </a:moveTo>
                  <a:cubicBezTo>
                    <a:pt x="100335" y="2402"/>
                    <a:pt x="102470" y="4995"/>
                    <a:pt x="102470" y="8388"/>
                  </a:cubicBezTo>
                  <a:cubicBezTo>
                    <a:pt x="102470" y="11743"/>
                    <a:pt x="100335" y="14336"/>
                    <a:pt x="97247" y="14336"/>
                  </a:cubicBezTo>
                  <a:cubicBezTo>
                    <a:pt x="94159" y="14336"/>
                    <a:pt x="92025" y="11743"/>
                    <a:pt x="92025" y="8388"/>
                  </a:cubicBezTo>
                  <a:cubicBezTo>
                    <a:pt x="92025" y="4995"/>
                    <a:pt x="94159" y="2402"/>
                    <a:pt x="97209" y="2402"/>
                  </a:cubicBezTo>
                  <a:close/>
                  <a:moveTo>
                    <a:pt x="420" y="381"/>
                  </a:moveTo>
                  <a:lnTo>
                    <a:pt x="420" y="2860"/>
                  </a:lnTo>
                  <a:lnTo>
                    <a:pt x="5681" y="2860"/>
                  </a:lnTo>
                  <a:lnTo>
                    <a:pt x="5681" y="16357"/>
                  </a:lnTo>
                  <a:lnTo>
                    <a:pt x="8425" y="16357"/>
                  </a:lnTo>
                  <a:lnTo>
                    <a:pt x="8425" y="2860"/>
                  </a:lnTo>
                  <a:lnTo>
                    <a:pt x="13648" y="2860"/>
                  </a:lnTo>
                  <a:lnTo>
                    <a:pt x="13648" y="381"/>
                  </a:lnTo>
                  <a:close/>
                  <a:moveTo>
                    <a:pt x="17270" y="381"/>
                  </a:moveTo>
                  <a:lnTo>
                    <a:pt x="17270" y="16357"/>
                  </a:lnTo>
                  <a:lnTo>
                    <a:pt x="19976" y="16357"/>
                  </a:lnTo>
                  <a:lnTo>
                    <a:pt x="19976" y="9494"/>
                  </a:lnTo>
                  <a:lnTo>
                    <a:pt x="27715" y="9494"/>
                  </a:lnTo>
                  <a:lnTo>
                    <a:pt x="27715" y="16357"/>
                  </a:lnTo>
                  <a:lnTo>
                    <a:pt x="30459" y="16357"/>
                  </a:lnTo>
                  <a:lnTo>
                    <a:pt x="30459" y="381"/>
                  </a:lnTo>
                  <a:lnTo>
                    <a:pt x="27715" y="381"/>
                  </a:lnTo>
                  <a:lnTo>
                    <a:pt x="27715" y="7054"/>
                  </a:lnTo>
                  <a:lnTo>
                    <a:pt x="19976" y="7054"/>
                  </a:lnTo>
                  <a:lnTo>
                    <a:pt x="19976" y="381"/>
                  </a:lnTo>
                  <a:close/>
                  <a:moveTo>
                    <a:pt x="35872" y="381"/>
                  </a:moveTo>
                  <a:lnTo>
                    <a:pt x="35872" y="16357"/>
                  </a:lnTo>
                  <a:lnTo>
                    <a:pt x="46546" y="16357"/>
                  </a:lnTo>
                  <a:lnTo>
                    <a:pt x="46546" y="13878"/>
                  </a:lnTo>
                  <a:lnTo>
                    <a:pt x="38617" y="13878"/>
                  </a:lnTo>
                  <a:lnTo>
                    <a:pt x="38617" y="9456"/>
                  </a:lnTo>
                  <a:lnTo>
                    <a:pt x="46089" y="9456"/>
                  </a:lnTo>
                  <a:lnTo>
                    <a:pt x="46089" y="7054"/>
                  </a:lnTo>
                  <a:lnTo>
                    <a:pt x="38617" y="7054"/>
                  </a:lnTo>
                  <a:lnTo>
                    <a:pt x="38617" y="2860"/>
                  </a:lnTo>
                  <a:lnTo>
                    <a:pt x="46546" y="2860"/>
                  </a:lnTo>
                  <a:lnTo>
                    <a:pt x="46546" y="381"/>
                  </a:lnTo>
                  <a:close/>
                  <a:moveTo>
                    <a:pt x="74680" y="381"/>
                  </a:moveTo>
                  <a:lnTo>
                    <a:pt x="74680" y="16357"/>
                  </a:lnTo>
                  <a:lnTo>
                    <a:pt x="85353" y="16357"/>
                  </a:lnTo>
                  <a:lnTo>
                    <a:pt x="85353" y="13878"/>
                  </a:lnTo>
                  <a:lnTo>
                    <a:pt x="77424" y="13878"/>
                  </a:lnTo>
                  <a:lnTo>
                    <a:pt x="77424" y="9456"/>
                  </a:lnTo>
                  <a:lnTo>
                    <a:pt x="84896" y="9456"/>
                  </a:lnTo>
                  <a:lnTo>
                    <a:pt x="84896" y="7054"/>
                  </a:lnTo>
                  <a:lnTo>
                    <a:pt x="77424" y="7054"/>
                  </a:lnTo>
                  <a:lnTo>
                    <a:pt x="77424" y="2860"/>
                  </a:lnTo>
                  <a:lnTo>
                    <a:pt x="85353" y="2860"/>
                  </a:lnTo>
                  <a:lnTo>
                    <a:pt x="85353" y="381"/>
                  </a:lnTo>
                  <a:close/>
                  <a:moveTo>
                    <a:pt x="109979" y="381"/>
                  </a:moveTo>
                  <a:lnTo>
                    <a:pt x="109979" y="16357"/>
                  </a:lnTo>
                  <a:lnTo>
                    <a:pt x="112724" y="16357"/>
                  </a:lnTo>
                  <a:lnTo>
                    <a:pt x="112724" y="10866"/>
                  </a:lnTo>
                  <a:lnTo>
                    <a:pt x="115583" y="10866"/>
                  </a:lnTo>
                  <a:lnTo>
                    <a:pt x="119052" y="16357"/>
                  </a:lnTo>
                  <a:lnTo>
                    <a:pt x="122254" y="16357"/>
                  </a:lnTo>
                  <a:lnTo>
                    <a:pt x="118214" y="10256"/>
                  </a:lnTo>
                  <a:cubicBezTo>
                    <a:pt x="120310" y="9417"/>
                    <a:pt x="121416" y="7702"/>
                    <a:pt x="121416" y="5567"/>
                  </a:cubicBezTo>
                  <a:cubicBezTo>
                    <a:pt x="121416" y="2593"/>
                    <a:pt x="119243" y="381"/>
                    <a:pt x="115011" y="381"/>
                  </a:cubicBezTo>
                  <a:close/>
                  <a:moveTo>
                    <a:pt x="144174" y="381"/>
                  </a:moveTo>
                  <a:lnTo>
                    <a:pt x="144174" y="16357"/>
                  </a:lnTo>
                  <a:lnTo>
                    <a:pt x="154848" y="16357"/>
                  </a:lnTo>
                  <a:lnTo>
                    <a:pt x="154848" y="13878"/>
                  </a:lnTo>
                  <a:lnTo>
                    <a:pt x="146919" y="13878"/>
                  </a:lnTo>
                  <a:lnTo>
                    <a:pt x="146919" y="9456"/>
                  </a:lnTo>
                  <a:lnTo>
                    <a:pt x="154390" y="9456"/>
                  </a:lnTo>
                  <a:lnTo>
                    <a:pt x="154390" y="7054"/>
                  </a:lnTo>
                  <a:lnTo>
                    <a:pt x="146919" y="7054"/>
                  </a:lnTo>
                  <a:lnTo>
                    <a:pt x="146919" y="2860"/>
                  </a:lnTo>
                  <a:lnTo>
                    <a:pt x="154848" y="2860"/>
                  </a:lnTo>
                  <a:lnTo>
                    <a:pt x="154848" y="381"/>
                  </a:lnTo>
                  <a:close/>
                  <a:moveTo>
                    <a:pt x="64501" y="0"/>
                  </a:moveTo>
                  <a:cubicBezTo>
                    <a:pt x="59546" y="0"/>
                    <a:pt x="55390" y="3088"/>
                    <a:pt x="55390" y="8388"/>
                  </a:cubicBezTo>
                  <a:cubicBezTo>
                    <a:pt x="55390" y="13383"/>
                    <a:pt x="59317" y="16738"/>
                    <a:pt x="64158" y="16738"/>
                  </a:cubicBezTo>
                  <a:cubicBezTo>
                    <a:pt x="66445" y="16738"/>
                    <a:pt x="68390" y="16204"/>
                    <a:pt x="69991" y="15289"/>
                  </a:cubicBezTo>
                  <a:lnTo>
                    <a:pt x="69991" y="7778"/>
                  </a:lnTo>
                  <a:lnTo>
                    <a:pt x="63548" y="7778"/>
                  </a:lnTo>
                  <a:lnTo>
                    <a:pt x="63548" y="10180"/>
                  </a:lnTo>
                  <a:lnTo>
                    <a:pt x="67360" y="10180"/>
                  </a:lnTo>
                  <a:lnTo>
                    <a:pt x="67360" y="13802"/>
                  </a:lnTo>
                  <a:cubicBezTo>
                    <a:pt x="66445" y="14183"/>
                    <a:pt x="65492" y="14336"/>
                    <a:pt x="64273" y="14336"/>
                  </a:cubicBezTo>
                  <a:cubicBezTo>
                    <a:pt x="60765" y="14336"/>
                    <a:pt x="58326" y="11858"/>
                    <a:pt x="58326" y="8388"/>
                  </a:cubicBezTo>
                  <a:cubicBezTo>
                    <a:pt x="58326" y="5033"/>
                    <a:pt x="60460" y="2517"/>
                    <a:pt x="64501" y="2517"/>
                  </a:cubicBezTo>
                  <a:cubicBezTo>
                    <a:pt x="65874" y="2517"/>
                    <a:pt x="67437" y="2707"/>
                    <a:pt x="68847" y="3241"/>
                  </a:cubicBezTo>
                  <a:lnTo>
                    <a:pt x="68847" y="610"/>
                  </a:lnTo>
                  <a:cubicBezTo>
                    <a:pt x="67513" y="191"/>
                    <a:pt x="66140" y="0"/>
                    <a:pt x="64501" y="0"/>
                  </a:cubicBezTo>
                  <a:close/>
                  <a:moveTo>
                    <a:pt x="97323" y="0"/>
                  </a:moveTo>
                  <a:cubicBezTo>
                    <a:pt x="92673" y="0"/>
                    <a:pt x="89089" y="3584"/>
                    <a:pt x="89089" y="8388"/>
                  </a:cubicBezTo>
                  <a:cubicBezTo>
                    <a:pt x="89089" y="13154"/>
                    <a:pt x="92520" y="16738"/>
                    <a:pt x="97171" y="16738"/>
                  </a:cubicBezTo>
                  <a:cubicBezTo>
                    <a:pt x="101822" y="16738"/>
                    <a:pt x="105367" y="13154"/>
                    <a:pt x="105367" y="8388"/>
                  </a:cubicBezTo>
                  <a:cubicBezTo>
                    <a:pt x="105367" y="3584"/>
                    <a:pt x="101974" y="0"/>
                    <a:pt x="97323" y="0"/>
                  </a:cubicBezTo>
                  <a:close/>
                  <a:moveTo>
                    <a:pt x="134034" y="0"/>
                  </a:moveTo>
                  <a:cubicBezTo>
                    <a:pt x="129078" y="0"/>
                    <a:pt x="124923" y="3088"/>
                    <a:pt x="124923" y="8388"/>
                  </a:cubicBezTo>
                  <a:cubicBezTo>
                    <a:pt x="124923" y="13383"/>
                    <a:pt x="128849" y="16738"/>
                    <a:pt x="133652" y="16738"/>
                  </a:cubicBezTo>
                  <a:cubicBezTo>
                    <a:pt x="135940" y="16738"/>
                    <a:pt x="137884" y="16204"/>
                    <a:pt x="139485" y="15289"/>
                  </a:cubicBezTo>
                  <a:lnTo>
                    <a:pt x="139485" y="7778"/>
                  </a:lnTo>
                  <a:lnTo>
                    <a:pt x="133081" y="7778"/>
                  </a:lnTo>
                  <a:lnTo>
                    <a:pt x="133081" y="10180"/>
                  </a:lnTo>
                  <a:lnTo>
                    <a:pt x="136855" y="10180"/>
                  </a:lnTo>
                  <a:lnTo>
                    <a:pt x="136855" y="13802"/>
                  </a:lnTo>
                  <a:cubicBezTo>
                    <a:pt x="135978" y="14183"/>
                    <a:pt x="134987" y="14336"/>
                    <a:pt x="133805" y="14336"/>
                  </a:cubicBezTo>
                  <a:cubicBezTo>
                    <a:pt x="130260" y="14336"/>
                    <a:pt x="127820" y="11858"/>
                    <a:pt x="127820" y="8388"/>
                  </a:cubicBezTo>
                  <a:cubicBezTo>
                    <a:pt x="127820" y="5033"/>
                    <a:pt x="129993" y="2517"/>
                    <a:pt x="134034" y="2517"/>
                  </a:cubicBezTo>
                  <a:cubicBezTo>
                    <a:pt x="135406" y="2517"/>
                    <a:pt x="136931" y="2707"/>
                    <a:pt x="138341" y="3241"/>
                  </a:cubicBezTo>
                  <a:lnTo>
                    <a:pt x="138341" y="610"/>
                  </a:lnTo>
                  <a:cubicBezTo>
                    <a:pt x="137007" y="191"/>
                    <a:pt x="135635" y="0"/>
                    <a:pt x="134034" y="0"/>
                  </a:cubicBezTo>
                  <a:close/>
                  <a:moveTo>
                    <a:pt x="26190" y="31569"/>
                  </a:moveTo>
                  <a:lnTo>
                    <a:pt x="28439" y="36907"/>
                  </a:lnTo>
                  <a:lnTo>
                    <a:pt x="23941" y="36907"/>
                  </a:lnTo>
                  <a:lnTo>
                    <a:pt x="26190" y="31569"/>
                  </a:lnTo>
                  <a:close/>
                  <a:moveTo>
                    <a:pt x="129840" y="28405"/>
                  </a:moveTo>
                  <a:cubicBezTo>
                    <a:pt x="132852" y="28405"/>
                    <a:pt x="134949" y="30997"/>
                    <a:pt x="134949" y="34390"/>
                  </a:cubicBezTo>
                  <a:cubicBezTo>
                    <a:pt x="134949" y="37746"/>
                    <a:pt x="132852" y="40338"/>
                    <a:pt x="129879" y="40338"/>
                  </a:cubicBezTo>
                  <a:cubicBezTo>
                    <a:pt x="126867" y="40338"/>
                    <a:pt x="124770" y="37746"/>
                    <a:pt x="124770" y="34390"/>
                  </a:cubicBezTo>
                  <a:cubicBezTo>
                    <a:pt x="124770" y="30997"/>
                    <a:pt x="126867" y="28405"/>
                    <a:pt x="129840" y="28405"/>
                  </a:cubicBezTo>
                  <a:close/>
                  <a:moveTo>
                    <a:pt x="25885" y="26269"/>
                  </a:moveTo>
                  <a:lnTo>
                    <a:pt x="18832" y="42359"/>
                  </a:lnTo>
                  <a:lnTo>
                    <a:pt x="21653" y="42359"/>
                  </a:lnTo>
                  <a:lnTo>
                    <a:pt x="22950" y="39194"/>
                  </a:lnTo>
                  <a:lnTo>
                    <a:pt x="29430" y="39194"/>
                  </a:lnTo>
                  <a:lnTo>
                    <a:pt x="30764" y="42359"/>
                  </a:lnTo>
                  <a:lnTo>
                    <a:pt x="33661" y="42359"/>
                  </a:lnTo>
                  <a:lnTo>
                    <a:pt x="26609" y="26269"/>
                  </a:lnTo>
                  <a:close/>
                  <a:moveTo>
                    <a:pt x="48757" y="26384"/>
                  </a:moveTo>
                  <a:lnTo>
                    <a:pt x="48757" y="42359"/>
                  </a:lnTo>
                  <a:lnTo>
                    <a:pt x="51502" y="42359"/>
                  </a:lnTo>
                  <a:lnTo>
                    <a:pt x="51502" y="35496"/>
                  </a:lnTo>
                  <a:lnTo>
                    <a:pt x="58707" y="35496"/>
                  </a:lnTo>
                  <a:lnTo>
                    <a:pt x="58707" y="42359"/>
                  </a:lnTo>
                  <a:lnTo>
                    <a:pt x="61452" y="42359"/>
                  </a:lnTo>
                  <a:lnTo>
                    <a:pt x="61452" y="26384"/>
                  </a:lnTo>
                  <a:lnTo>
                    <a:pt x="58707" y="26384"/>
                  </a:lnTo>
                  <a:lnTo>
                    <a:pt x="58707" y="33056"/>
                  </a:lnTo>
                  <a:lnTo>
                    <a:pt x="51502" y="33056"/>
                  </a:lnTo>
                  <a:lnTo>
                    <a:pt x="51502" y="26384"/>
                  </a:lnTo>
                  <a:close/>
                  <a:moveTo>
                    <a:pt x="66407" y="26384"/>
                  </a:moveTo>
                  <a:lnTo>
                    <a:pt x="66407" y="42359"/>
                  </a:lnTo>
                  <a:lnTo>
                    <a:pt x="69152" y="42359"/>
                  </a:lnTo>
                  <a:lnTo>
                    <a:pt x="69152" y="26384"/>
                  </a:lnTo>
                  <a:close/>
                  <a:moveTo>
                    <a:pt x="107463" y="26384"/>
                  </a:moveTo>
                  <a:lnTo>
                    <a:pt x="107463" y="28862"/>
                  </a:lnTo>
                  <a:lnTo>
                    <a:pt x="112572" y="28862"/>
                  </a:lnTo>
                  <a:lnTo>
                    <a:pt x="112572" y="42359"/>
                  </a:lnTo>
                  <a:lnTo>
                    <a:pt x="115278" y="42359"/>
                  </a:lnTo>
                  <a:lnTo>
                    <a:pt x="115278" y="28862"/>
                  </a:lnTo>
                  <a:lnTo>
                    <a:pt x="120386" y="28862"/>
                  </a:lnTo>
                  <a:lnTo>
                    <a:pt x="120386" y="26384"/>
                  </a:lnTo>
                  <a:close/>
                  <a:moveTo>
                    <a:pt x="1" y="26384"/>
                  </a:moveTo>
                  <a:lnTo>
                    <a:pt x="4918" y="42473"/>
                  </a:lnTo>
                  <a:lnTo>
                    <a:pt x="5643" y="42473"/>
                  </a:lnTo>
                  <a:lnTo>
                    <a:pt x="9569" y="33704"/>
                  </a:lnTo>
                  <a:lnTo>
                    <a:pt x="13610" y="42473"/>
                  </a:lnTo>
                  <a:lnTo>
                    <a:pt x="14334" y="42473"/>
                  </a:lnTo>
                  <a:lnTo>
                    <a:pt x="19252" y="26384"/>
                  </a:lnTo>
                  <a:lnTo>
                    <a:pt x="16621" y="26384"/>
                  </a:lnTo>
                  <a:lnTo>
                    <a:pt x="13610" y="36526"/>
                  </a:lnTo>
                  <a:lnTo>
                    <a:pt x="9912" y="28481"/>
                  </a:lnTo>
                  <a:lnTo>
                    <a:pt x="9455" y="28481"/>
                  </a:lnTo>
                  <a:lnTo>
                    <a:pt x="5757" y="36564"/>
                  </a:lnTo>
                  <a:lnTo>
                    <a:pt x="2784" y="26384"/>
                  </a:lnTo>
                  <a:close/>
                  <a:moveTo>
                    <a:pt x="74108" y="26269"/>
                  </a:moveTo>
                  <a:lnTo>
                    <a:pt x="74108" y="42359"/>
                  </a:lnTo>
                  <a:lnTo>
                    <a:pt x="76738" y="42359"/>
                  </a:lnTo>
                  <a:lnTo>
                    <a:pt x="76738" y="32065"/>
                  </a:lnTo>
                  <a:lnTo>
                    <a:pt x="86078" y="42473"/>
                  </a:lnTo>
                  <a:lnTo>
                    <a:pt x="87031" y="42473"/>
                  </a:lnTo>
                  <a:lnTo>
                    <a:pt x="87031" y="26384"/>
                  </a:lnTo>
                  <a:lnTo>
                    <a:pt x="84438" y="26384"/>
                  </a:lnTo>
                  <a:lnTo>
                    <a:pt x="84438" y="36716"/>
                  </a:lnTo>
                  <a:lnTo>
                    <a:pt x="75061" y="26269"/>
                  </a:lnTo>
                  <a:close/>
                  <a:moveTo>
                    <a:pt x="142001" y="26269"/>
                  </a:moveTo>
                  <a:lnTo>
                    <a:pt x="142001" y="42359"/>
                  </a:lnTo>
                  <a:lnTo>
                    <a:pt x="144593" y="42359"/>
                  </a:lnTo>
                  <a:lnTo>
                    <a:pt x="144593" y="32065"/>
                  </a:lnTo>
                  <a:lnTo>
                    <a:pt x="153971" y="42473"/>
                  </a:lnTo>
                  <a:lnTo>
                    <a:pt x="154886" y="42473"/>
                  </a:lnTo>
                  <a:lnTo>
                    <a:pt x="154886" y="26384"/>
                  </a:lnTo>
                  <a:lnTo>
                    <a:pt x="152294" y="26384"/>
                  </a:lnTo>
                  <a:lnTo>
                    <a:pt x="152294" y="36716"/>
                  </a:lnTo>
                  <a:lnTo>
                    <a:pt x="142916" y="26269"/>
                  </a:lnTo>
                  <a:close/>
                  <a:moveTo>
                    <a:pt x="40523" y="26003"/>
                  </a:moveTo>
                  <a:cubicBezTo>
                    <a:pt x="37283" y="26003"/>
                    <a:pt x="35301" y="28023"/>
                    <a:pt x="35301" y="30730"/>
                  </a:cubicBezTo>
                  <a:cubicBezTo>
                    <a:pt x="35301" y="33475"/>
                    <a:pt x="37321" y="34505"/>
                    <a:pt x="39189" y="35305"/>
                  </a:cubicBezTo>
                  <a:cubicBezTo>
                    <a:pt x="41248" y="36182"/>
                    <a:pt x="42315" y="36602"/>
                    <a:pt x="42315" y="38051"/>
                  </a:cubicBezTo>
                  <a:cubicBezTo>
                    <a:pt x="42315" y="39233"/>
                    <a:pt x="41667" y="40338"/>
                    <a:pt x="39913" y="40338"/>
                  </a:cubicBezTo>
                  <a:cubicBezTo>
                    <a:pt x="38541" y="40338"/>
                    <a:pt x="37130" y="39995"/>
                    <a:pt x="35834" y="39309"/>
                  </a:cubicBezTo>
                  <a:lnTo>
                    <a:pt x="35796" y="39309"/>
                  </a:lnTo>
                  <a:lnTo>
                    <a:pt x="35796" y="41978"/>
                  </a:lnTo>
                  <a:cubicBezTo>
                    <a:pt x="37016" y="42473"/>
                    <a:pt x="38350" y="42740"/>
                    <a:pt x="39913" y="42740"/>
                  </a:cubicBezTo>
                  <a:cubicBezTo>
                    <a:pt x="43344" y="42740"/>
                    <a:pt x="45098" y="40300"/>
                    <a:pt x="45098" y="37746"/>
                  </a:cubicBezTo>
                  <a:cubicBezTo>
                    <a:pt x="45098" y="34810"/>
                    <a:pt x="42925" y="33780"/>
                    <a:pt x="41019" y="32980"/>
                  </a:cubicBezTo>
                  <a:cubicBezTo>
                    <a:pt x="39227" y="32179"/>
                    <a:pt x="38084" y="31760"/>
                    <a:pt x="38084" y="30463"/>
                  </a:cubicBezTo>
                  <a:cubicBezTo>
                    <a:pt x="38084" y="29281"/>
                    <a:pt x="38846" y="28405"/>
                    <a:pt x="40523" y="28405"/>
                  </a:cubicBezTo>
                  <a:cubicBezTo>
                    <a:pt x="41629" y="28405"/>
                    <a:pt x="43001" y="28824"/>
                    <a:pt x="43916" y="29281"/>
                  </a:cubicBezTo>
                  <a:lnTo>
                    <a:pt x="43954" y="29281"/>
                  </a:lnTo>
                  <a:lnTo>
                    <a:pt x="43954" y="26651"/>
                  </a:lnTo>
                  <a:cubicBezTo>
                    <a:pt x="42887" y="26231"/>
                    <a:pt x="41705" y="26003"/>
                    <a:pt x="40523" y="26003"/>
                  </a:cubicBezTo>
                  <a:close/>
                  <a:moveTo>
                    <a:pt x="100068" y="26003"/>
                  </a:moveTo>
                  <a:cubicBezTo>
                    <a:pt x="95227" y="26003"/>
                    <a:pt x="91148" y="29091"/>
                    <a:pt x="91148" y="34390"/>
                  </a:cubicBezTo>
                  <a:cubicBezTo>
                    <a:pt x="91148" y="39423"/>
                    <a:pt x="94998" y="42740"/>
                    <a:pt x="99725" y="42740"/>
                  </a:cubicBezTo>
                  <a:cubicBezTo>
                    <a:pt x="101974" y="42740"/>
                    <a:pt x="103880" y="42206"/>
                    <a:pt x="105443" y="41291"/>
                  </a:cubicBezTo>
                  <a:lnTo>
                    <a:pt x="105443" y="33780"/>
                  </a:lnTo>
                  <a:lnTo>
                    <a:pt x="99153" y="33780"/>
                  </a:lnTo>
                  <a:lnTo>
                    <a:pt x="99153" y="36182"/>
                  </a:lnTo>
                  <a:lnTo>
                    <a:pt x="102813" y="36182"/>
                  </a:lnTo>
                  <a:lnTo>
                    <a:pt x="102813" y="39804"/>
                  </a:lnTo>
                  <a:cubicBezTo>
                    <a:pt x="101974" y="40186"/>
                    <a:pt x="101021" y="40338"/>
                    <a:pt x="99839" y="40338"/>
                  </a:cubicBezTo>
                  <a:cubicBezTo>
                    <a:pt x="96447" y="40338"/>
                    <a:pt x="94083" y="37860"/>
                    <a:pt x="94083" y="34390"/>
                  </a:cubicBezTo>
                  <a:cubicBezTo>
                    <a:pt x="94083" y="31035"/>
                    <a:pt x="96180" y="28519"/>
                    <a:pt x="100106" y="28519"/>
                  </a:cubicBezTo>
                  <a:cubicBezTo>
                    <a:pt x="101440" y="28519"/>
                    <a:pt x="102927" y="28710"/>
                    <a:pt x="104299" y="29205"/>
                  </a:cubicBezTo>
                  <a:lnTo>
                    <a:pt x="104299" y="26613"/>
                  </a:lnTo>
                  <a:cubicBezTo>
                    <a:pt x="103003" y="26193"/>
                    <a:pt x="101631" y="26003"/>
                    <a:pt x="100068" y="26003"/>
                  </a:cubicBezTo>
                  <a:close/>
                  <a:moveTo>
                    <a:pt x="129917" y="26003"/>
                  </a:moveTo>
                  <a:cubicBezTo>
                    <a:pt x="125342" y="26003"/>
                    <a:pt x="121835" y="29586"/>
                    <a:pt x="121835" y="34390"/>
                  </a:cubicBezTo>
                  <a:cubicBezTo>
                    <a:pt x="121835" y="39194"/>
                    <a:pt x="125190" y="42740"/>
                    <a:pt x="129802" y="42740"/>
                  </a:cubicBezTo>
                  <a:cubicBezTo>
                    <a:pt x="134377" y="42740"/>
                    <a:pt x="137884" y="39194"/>
                    <a:pt x="137884" y="34390"/>
                  </a:cubicBezTo>
                  <a:cubicBezTo>
                    <a:pt x="137884" y="29586"/>
                    <a:pt x="134529" y="26003"/>
                    <a:pt x="129917" y="26003"/>
                  </a:cubicBezTo>
                  <a:close/>
                  <a:moveTo>
                    <a:pt x="90004" y="54864"/>
                  </a:moveTo>
                  <a:cubicBezTo>
                    <a:pt x="92329" y="54864"/>
                    <a:pt x="93473" y="55932"/>
                    <a:pt x="93473" y="57648"/>
                  </a:cubicBezTo>
                  <a:cubicBezTo>
                    <a:pt x="93473" y="59402"/>
                    <a:pt x="92329" y="60469"/>
                    <a:pt x="90004" y="60469"/>
                  </a:cubicBezTo>
                  <a:lnTo>
                    <a:pt x="87374" y="60469"/>
                  </a:lnTo>
                  <a:lnTo>
                    <a:pt x="87374" y="54864"/>
                  </a:lnTo>
                  <a:close/>
                  <a:moveTo>
                    <a:pt x="40676" y="52386"/>
                  </a:moveTo>
                  <a:lnTo>
                    <a:pt x="40676" y="68361"/>
                  </a:lnTo>
                  <a:lnTo>
                    <a:pt x="43420" y="68361"/>
                  </a:lnTo>
                  <a:lnTo>
                    <a:pt x="43420" y="52386"/>
                  </a:lnTo>
                  <a:close/>
                  <a:moveTo>
                    <a:pt x="67551" y="52386"/>
                  </a:moveTo>
                  <a:lnTo>
                    <a:pt x="67551" y="68361"/>
                  </a:lnTo>
                  <a:lnTo>
                    <a:pt x="78492" y="68361"/>
                  </a:lnTo>
                  <a:lnTo>
                    <a:pt x="78492" y="65883"/>
                  </a:lnTo>
                  <a:lnTo>
                    <a:pt x="70296" y="65883"/>
                  </a:lnTo>
                  <a:lnTo>
                    <a:pt x="70296" y="61460"/>
                  </a:lnTo>
                  <a:lnTo>
                    <a:pt x="78034" y="61460"/>
                  </a:lnTo>
                  <a:lnTo>
                    <a:pt x="78034" y="59058"/>
                  </a:lnTo>
                  <a:lnTo>
                    <a:pt x="70296" y="59058"/>
                  </a:lnTo>
                  <a:lnTo>
                    <a:pt x="70296" y="54864"/>
                  </a:lnTo>
                  <a:lnTo>
                    <a:pt x="78492" y="54864"/>
                  </a:lnTo>
                  <a:lnTo>
                    <a:pt x="78492" y="52386"/>
                  </a:lnTo>
                  <a:close/>
                  <a:moveTo>
                    <a:pt x="84629" y="52386"/>
                  </a:moveTo>
                  <a:lnTo>
                    <a:pt x="84629" y="68361"/>
                  </a:lnTo>
                  <a:lnTo>
                    <a:pt x="87374" y="68361"/>
                  </a:lnTo>
                  <a:lnTo>
                    <a:pt x="87374" y="62871"/>
                  </a:lnTo>
                  <a:lnTo>
                    <a:pt x="90423" y="62871"/>
                  </a:lnTo>
                  <a:lnTo>
                    <a:pt x="94045" y="68361"/>
                  </a:lnTo>
                  <a:lnTo>
                    <a:pt x="97209" y="68361"/>
                  </a:lnTo>
                  <a:lnTo>
                    <a:pt x="93054" y="62299"/>
                  </a:lnTo>
                  <a:cubicBezTo>
                    <a:pt x="95227" y="61460"/>
                    <a:pt x="96370" y="59707"/>
                    <a:pt x="96370" y="57610"/>
                  </a:cubicBezTo>
                  <a:cubicBezTo>
                    <a:pt x="96370" y="54598"/>
                    <a:pt x="94121" y="52386"/>
                    <a:pt x="89852" y="52386"/>
                  </a:cubicBezTo>
                  <a:close/>
                  <a:moveTo>
                    <a:pt x="117070" y="52386"/>
                  </a:moveTo>
                  <a:lnTo>
                    <a:pt x="117070" y="68361"/>
                  </a:lnTo>
                  <a:lnTo>
                    <a:pt x="119815" y="68361"/>
                  </a:lnTo>
                  <a:lnTo>
                    <a:pt x="119815" y="52386"/>
                  </a:lnTo>
                  <a:close/>
                  <a:moveTo>
                    <a:pt x="124656" y="52386"/>
                  </a:moveTo>
                  <a:lnTo>
                    <a:pt x="124656" y="54864"/>
                  </a:lnTo>
                  <a:lnTo>
                    <a:pt x="129993" y="54864"/>
                  </a:lnTo>
                  <a:lnTo>
                    <a:pt x="129993" y="68361"/>
                  </a:lnTo>
                  <a:lnTo>
                    <a:pt x="132738" y="68361"/>
                  </a:lnTo>
                  <a:lnTo>
                    <a:pt x="132738" y="54864"/>
                  </a:lnTo>
                  <a:lnTo>
                    <a:pt x="138036" y="54864"/>
                  </a:lnTo>
                  <a:lnTo>
                    <a:pt x="138036" y="52386"/>
                  </a:lnTo>
                  <a:close/>
                  <a:moveTo>
                    <a:pt x="140476" y="52386"/>
                  </a:moveTo>
                  <a:lnTo>
                    <a:pt x="146461" y="61842"/>
                  </a:lnTo>
                  <a:lnTo>
                    <a:pt x="146461" y="68361"/>
                  </a:lnTo>
                  <a:lnTo>
                    <a:pt x="149206" y="68361"/>
                  </a:lnTo>
                  <a:lnTo>
                    <a:pt x="149206" y="61842"/>
                  </a:lnTo>
                  <a:lnTo>
                    <a:pt x="155191" y="52386"/>
                  </a:lnTo>
                  <a:lnTo>
                    <a:pt x="152103" y="52386"/>
                  </a:lnTo>
                  <a:lnTo>
                    <a:pt x="147872" y="59440"/>
                  </a:lnTo>
                  <a:lnTo>
                    <a:pt x="143640" y="52386"/>
                  </a:lnTo>
                  <a:close/>
                  <a:moveTo>
                    <a:pt x="20434" y="52272"/>
                  </a:moveTo>
                  <a:lnTo>
                    <a:pt x="20434" y="68361"/>
                  </a:lnTo>
                  <a:lnTo>
                    <a:pt x="23064" y="68361"/>
                  </a:lnTo>
                  <a:lnTo>
                    <a:pt x="23064" y="57876"/>
                  </a:lnTo>
                  <a:lnTo>
                    <a:pt x="33013" y="68476"/>
                  </a:lnTo>
                  <a:lnTo>
                    <a:pt x="33966" y="68476"/>
                  </a:lnTo>
                  <a:lnTo>
                    <a:pt x="33966" y="52386"/>
                  </a:lnTo>
                  <a:lnTo>
                    <a:pt x="31374" y="52386"/>
                  </a:lnTo>
                  <a:lnTo>
                    <a:pt x="31374" y="62909"/>
                  </a:lnTo>
                  <a:lnTo>
                    <a:pt x="21387" y="52272"/>
                  </a:lnTo>
                  <a:close/>
                  <a:moveTo>
                    <a:pt x="47652" y="52386"/>
                  </a:moveTo>
                  <a:lnTo>
                    <a:pt x="55162" y="68476"/>
                  </a:lnTo>
                  <a:lnTo>
                    <a:pt x="55848" y="68476"/>
                  </a:lnTo>
                  <a:lnTo>
                    <a:pt x="63358" y="52386"/>
                  </a:lnTo>
                  <a:lnTo>
                    <a:pt x="60460" y="52386"/>
                  </a:lnTo>
                  <a:lnTo>
                    <a:pt x="55543" y="63252"/>
                  </a:lnTo>
                  <a:lnTo>
                    <a:pt x="50663" y="52386"/>
                  </a:lnTo>
                  <a:close/>
                  <a:moveTo>
                    <a:pt x="420" y="52386"/>
                  </a:moveTo>
                  <a:lnTo>
                    <a:pt x="420" y="62032"/>
                  </a:lnTo>
                  <a:cubicBezTo>
                    <a:pt x="420" y="66264"/>
                    <a:pt x="3165" y="68666"/>
                    <a:pt x="7167" y="68666"/>
                  </a:cubicBezTo>
                  <a:cubicBezTo>
                    <a:pt x="11094" y="68666"/>
                    <a:pt x="13953" y="66188"/>
                    <a:pt x="13953" y="62032"/>
                  </a:cubicBezTo>
                  <a:lnTo>
                    <a:pt x="13953" y="52386"/>
                  </a:lnTo>
                  <a:lnTo>
                    <a:pt x="11208" y="52386"/>
                  </a:lnTo>
                  <a:lnTo>
                    <a:pt x="11208" y="61880"/>
                  </a:lnTo>
                  <a:cubicBezTo>
                    <a:pt x="11208" y="64663"/>
                    <a:pt x="9683" y="66226"/>
                    <a:pt x="7206" y="66226"/>
                  </a:cubicBezTo>
                  <a:cubicBezTo>
                    <a:pt x="4652" y="66226"/>
                    <a:pt x="3165" y="64701"/>
                    <a:pt x="3165" y="61880"/>
                  </a:cubicBezTo>
                  <a:lnTo>
                    <a:pt x="3165" y="52386"/>
                  </a:lnTo>
                  <a:close/>
                  <a:moveTo>
                    <a:pt x="106549" y="52005"/>
                  </a:moveTo>
                  <a:cubicBezTo>
                    <a:pt x="103080" y="52005"/>
                    <a:pt x="100907" y="54026"/>
                    <a:pt x="100907" y="56771"/>
                  </a:cubicBezTo>
                  <a:cubicBezTo>
                    <a:pt x="100907" y="59478"/>
                    <a:pt x="103080" y="60507"/>
                    <a:pt x="105138" y="61308"/>
                  </a:cubicBezTo>
                  <a:cubicBezTo>
                    <a:pt x="107540" y="62261"/>
                    <a:pt x="108607" y="62642"/>
                    <a:pt x="108607" y="64053"/>
                  </a:cubicBezTo>
                  <a:cubicBezTo>
                    <a:pt x="108607" y="65235"/>
                    <a:pt x="107883" y="66341"/>
                    <a:pt x="105862" y="66341"/>
                  </a:cubicBezTo>
                  <a:cubicBezTo>
                    <a:pt x="104338" y="66341"/>
                    <a:pt x="102736" y="65997"/>
                    <a:pt x="101250" y="65311"/>
                  </a:cubicBezTo>
                  <a:lnTo>
                    <a:pt x="101212" y="65311"/>
                  </a:lnTo>
                  <a:lnTo>
                    <a:pt x="101212" y="67980"/>
                  </a:lnTo>
                  <a:cubicBezTo>
                    <a:pt x="102508" y="68476"/>
                    <a:pt x="104033" y="68781"/>
                    <a:pt x="105710" y="68781"/>
                  </a:cubicBezTo>
                  <a:cubicBezTo>
                    <a:pt x="109522" y="68781"/>
                    <a:pt x="111390" y="66302"/>
                    <a:pt x="111390" y="63748"/>
                  </a:cubicBezTo>
                  <a:cubicBezTo>
                    <a:pt x="111390" y="60812"/>
                    <a:pt x="109141" y="59783"/>
                    <a:pt x="107082" y="58982"/>
                  </a:cubicBezTo>
                  <a:cubicBezTo>
                    <a:pt x="104681" y="58067"/>
                    <a:pt x="103689" y="57724"/>
                    <a:pt x="103689" y="56466"/>
                  </a:cubicBezTo>
                  <a:cubicBezTo>
                    <a:pt x="103689" y="55284"/>
                    <a:pt x="104566" y="54407"/>
                    <a:pt x="106396" y="54407"/>
                  </a:cubicBezTo>
                  <a:cubicBezTo>
                    <a:pt x="107654" y="54407"/>
                    <a:pt x="109103" y="54826"/>
                    <a:pt x="110170" y="55284"/>
                  </a:cubicBezTo>
                  <a:lnTo>
                    <a:pt x="110208" y="55284"/>
                  </a:lnTo>
                  <a:lnTo>
                    <a:pt x="110208" y="52653"/>
                  </a:lnTo>
                  <a:cubicBezTo>
                    <a:pt x="109065" y="52234"/>
                    <a:pt x="107845" y="52005"/>
                    <a:pt x="106549" y="52005"/>
                  </a:cubicBezTo>
                  <a:close/>
                  <a:moveTo>
                    <a:pt x="20052" y="94211"/>
                  </a:moveTo>
                  <a:lnTo>
                    <a:pt x="22263" y="99396"/>
                  </a:lnTo>
                  <a:lnTo>
                    <a:pt x="17841" y="99396"/>
                  </a:lnTo>
                  <a:lnTo>
                    <a:pt x="20052" y="94211"/>
                  </a:lnTo>
                  <a:close/>
                  <a:moveTo>
                    <a:pt x="135368" y="93106"/>
                  </a:moveTo>
                  <a:cubicBezTo>
                    <a:pt x="138951" y="93106"/>
                    <a:pt x="140705" y="95088"/>
                    <a:pt x="140705" y="97833"/>
                  </a:cubicBezTo>
                  <a:cubicBezTo>
                    <a:pt x="140705" y="100578"/>
                    <a:pt x="138951" y="102599"/>
                    <a:pt x="135368" y="102599"/>
                  </a:cubicBezTo>
                  <a:lnTo>
                    <a:pt x="133576" y="102599"/>
                  </a:lnTo>
                  <a:lnTo>
                    <a:pt x="133576" y="93106"/>
                  </a:lnTo>
                  <a:close/>
                  <a:moveTo>
                    <a:pt x="99115" y="92915"/>
                  </a:moveTo>
                  <a:cubicBezTo>
                    <a:pt x="101707" y="92915"/>
                    <a:pt x="103575" y="95050"/>
                    <a:pt x="103575" y="97833"/>
                  </a:cubicBezTo>
                  <a:cubicBezTo>
                    <a:pt x="103575" y="100617"/>
                    <a:pt x="101707" y="102790"/>
                    <a:pt x="99115" y="102790"/>
                  </a:cubicBezTo>
                  <a:cubicBezTo>
                    <a:pt x="96485" y="102790"/>
                    <a:pt x="94617" y="100617"/>
                    <a:pt x="94617" y="97833"/>
                  </a:cubicBezTo>
                  <a:cubicBezTo>
                    <a:pt x="94617" y="95050"/>
                    <a:pt x="96485" y="92915"/>
                    <a:pt x="99115" y="92915"/>
                  </a:cubicBezTo>
                  <a:close/>
                  <a:moveTo>
                    <a:pt x="19862" y="91886"/>
                  </a:moveTo>
                  <a:lnTo>
                    <a:pt x="14677" y="103743"/>
                  </a:lnTo>
                  <a:lnTo>
                    <a:pt x="16012" y="103743"/>
                  </a:lnTo>
                  <a:lnTo>
                    <a:pt x="17384" y="100464"/>
                  </a:lnTo>
                  <a:lnTo>
                    <a:pt x="22721" y="100464"/>
                  </a:lnTo>
                  <a:lnTo>
                    <a:pt x="24093" y="103743"/>
                  </a:lnTo>
                  <a:lnTo>
                    <a:pt x="25466" y="103743"/>
                  </a:lnTo>
                  <a:lnTo>
                    <a:pt x="20281" y="91886"/>
                  </a:lnTo>
                  <a:close/>
                  <a:moveTo>
                    <a:pt x="37779" y="91962"/>
                  </a:moveTo>
                  <a:lnTo>
                    <a:pt x="37779" y="103743"/>
                  </a:lnTo>
                  <a:lnTo>
                    <a:pt x="39075" y="103743"/>
                  </a:lnTo>
                  <a:lnTo>
                    <a:pt x="39075" y="98329"/>
                  </a:lnTo>
                  <a:lnTo>
                    <a:pt x="45365" y="98329"/>
                  </a:lnTo>
                  <a:lnTo>
                    <a:pt x="45365" y="103743"/>
                  </a:lnTo>
                  <a:lnTo>
                    <a:pt x="46661" y="103743"/>
                  </a:lnTo>
                  <a:lnTo>
                    <a:pt x="46661" y="91962"/>
                  </a:lnTo>
                  <a:lnTo>
                    <a:pt x="45365" y="91962"/>
                  </a:lnTo>
                  <a:lnTo>
                    <a:pt x="45365" y="97185"/>
                  </a:lnTo>
                  <a:lnTo>
                    <a:pt x="39075" y="97185"/>
                  </a:lnTo>
                  <a:lnTo>
                    <a:pt x="39075" y="91962"/>
                  </a:lnTo>
                  <a:close/>
                  <a:moveTo>
                    <a:pt x="51159" y="91962"/>
                  </a:moveTo>
                  <a:lnTo>
                    <a:pt x="51159" y="103743"/>
                  </a:lnTo>
                  <a:lnTo>
                    <a:pt x="52455" y="103743"/>
                  </a:lnTo>
                  <a:lnTo>
                    <a:pt x="52455" y="91962"/>
                  </a:lnTo>
                  <a:close/>
                  <a:moveTo>
                    <a:pt x="82685" y="91962"/>
                  </a:moveTo>
                  <a:lnTo>
                    <a:pt x="82685" y="93106"/>
                  </a:lnTo>
                  <a:lnTo>
                    <a:pt x="86611" y="93106"/>
                  </a:lnTo>
                  <a:lnTo>
                    <a:pt x="86611" y="103743"/>
                  </a:lnTo>
                  <a:lnTo>
                    <a:pt x="87907" y="103743"/>
                  </a:lnTo>
                  <a:lnTo>
                    <a:pt x="87907" y="93106"/>
                  </a:lnTo>
                  <a:lnTo>
                    <a:pt x="91834" y="93106"/>
                  </a:lnTo>
                  <a:lnTo>
                    <a:pt x="91834" y="91962"/>
                  </a:lnTo>
                  <a:close/>
                  <a:moveTo>
                    <a:pt x="132280" y="91962"/>
                  </a:moveTo>
                  <a:lnTo>
                    <a:pt x="132280" y="103743"/>
                  </a:lnTo>
                  <a:lnTo>
                    <a:pt x="135368" y="103743"/>
                  </a:lnTo>
                  <a:cubicBezTo>
                    <a:pt x="139752" y="103743"/>
                    <a:pt x="142077" y="100998"/>
                    <a:pt x="142077" y="97833"/>
                  </a:cubicBezTo>
                  <a:cubicBezTo>
                    <a:pt x="142077" y="94669"/>
                    <a:pt x="139752" y="91962"/>
                    <a:pt x="135368" y="91962"/>
                  </a:cubicBezTo>
                  <a:close/>
                  <a:moveTo>
                    <a:pt x="56991" y="91924"/>
                  </a:moveTo>
                  <a:lnTo>
                    <a:pt x="56991" y="103743"/>
                  </a:lnTo>
                  <a:lnTo>
                    <a:pt x="58211" y="103743"/>
                  </a:lnTo>
                  <a:lnTo>
                    <a:pt x="58211" y="94745"/>
                  </a:lnTo>
                  <a:lnTo>
                    <a:pt x="65569" y="103781"/>
                  </a:lnTo>
                  <a:lnTo>
                    <a:pt x="66102" y="103781"/>
                  </a:lnTo>
                  <a:lnTo>
                    <a:pt x="66102" y="91962"/>
                  </a:lnTo>
                  <a:lnTo>
                    <a:pt x="64882" y="91962"/>
                  </a:lnTo>
                  <a:lnTo>
                    <a:pt x="64882" y="100922"/>
                  </a:lnTo>
                  <a:lnTo>
                    <a:pt x="57525" y="91924"/>
                  </a:lnTo>
                  <a:close/>
                  <a:moveTo>
                    <a:pt x="108874" y="91924"/>
                  </a:moveTo>
                  <a:lnTo>
                    <a:pt x="108874" y="103743"/>
                  </a:lnTo>
                  <a:lnTo>
                    <a:pt x="110094" y="103743"/>
                  </a:lnTo>
                  <a:lnTo>
                    <a:pt x="110094" y="94745"/>
                  </a:lnTo>
                  <a:lnTo>
                    <a:pt x="117451" y="103781"/>
                  </a:lnTo>
                  <a:lnTo>
                    <a:pt x="117985" y="103781"/>
                  </a:lnTo>
                  <a:lnTo>
                    <a:pt x="117985" y="91962"/>
                  </a:lnTo>
                  <a:lnTo>
                    <a:pt x="116765" y="91962"/>
                  </a:lnTo>
                  <a:lnTo>
                    <a:pt x="116765" y="100922"/>
                  </a:lnTo>
                  <a:lnTo>
                    <a:pt x="109369" y="91924"/>
                  </a:lnTo>
                  <a:close/>
                  <a:moveTo>
                    <a:pt x="39" y="91962"/>
                  </a:moveTo>
                  <a:lnTo>
                    <a:pt x="3660" y="103819"/>
                  </a:lnTo>
                  <a:lnTo>
                    <a:pt x="4080" y="103819"/>
                  </a:lnTo>
                  <a:lnTo>
                    <a:pt x="7129" y="96270"/>
                  </a:lnTo>
                  <a:lnTo>
                    <a:pt x="10179" y="103819"/>
                  </a:lnTo>
                  <a:lnTo>
                    <a:pt x="10598" y="103819"/>
                  </a:lnTo>
                  <a:lnTo>
                    <a:pt x="14182" y="91962"/>
                  </a:lnTo>
                  <a:lnTo>
                    <a:pt x="12962" y="91962"/>
                  </a:lnTo>
                  <a:lnTo>
                    <a:pt x="10293" y="100845"/>
                  </a:lnTo>
                  <a:lnTo>
                    <a:pt x="7358" y="93677"/>
                  </a:lnTo>
                  <a:lnTo>
                    <a:pt x="6939" y="93677"/>
                  </a:lnTo>
                  <a:lnTo>
                    <a:pt x="4003" y="100922"/>
                  </a:lnTo>
                  <a:lnTo>
                    <a:pt x="1335" y="91962"/>
                  </a:lnTo>
                  <a:close/>
                  <a:moveTo>
                    <a:pt x="30726" y="91733"/>
                  </a:moveTo>
                  <a:cubicBezTo>
                    <a:pt x="28439" y="91733"/>
                    <a:pt x="27067" y="93029"/>
                    <a:pt x="27067" y="94936"/>
                  </a:cubicBezTo>
                  <a:cubicBezTo>
                    <a:pt x="27067" y="96842"/>
                    <a:pt x="28553" y="97528"/>
                    <a:pt x="30040" y="98138"/>
                  </a:cubicBezTo>
                  <a:cubicBezTo>
                    <a:pt x="31832" y="98901"/>
                    <a:pt x="32747" y="99282"/>
                    <a:pt x="32747" y="100693"/>
                  </a:cubicBezTo>
                  <a:cubicBezTo>
                    <a:pt x="32747" y="101951"/>
                    <a:pt x="31870" y="102752"/>
                    <a:pt x="30383" y="102752"/>
                  </a:cubicBezTo>
                  <a:cubicBezTo>
                    <a:pt x="29278" y="102752"/>
                    <a:pt x="28248" y="102485"/>
                    <a:pt x="27257" y="101989"/>
                  </a:cubicBezTo>
                  <a:lnTo>
                    <a:pt x="27257" y="103324"/>
                  </a:lnTo>
                  <a:cubicBezTo>
                    <a:pt x="28134" y="103705"/>
                    <a:pt x="29239" y="103934"/>
                    <a:pt x="30383" y="103934"/>
                  </a:cubicBezTo>
                  <a:cubicBezTo>
                    <a:pt x="32632" y="103934"/>
                    <a:pt x="34081" y="102523"/>
                    <a:pt x="34081" y="100578"/>
                  </a:cubicBezTo>
                  <a:cubicBezTo>
                    <a:pt x="34081" y="98367"/>
                    <a:pt x="32289" y="97681"/>
                    <a:pt x="30726" y="96994"/>
                  </a:cubicBezTo>
                  <a:cubicBezTo>
                    <a:pt x="29392" y="96423"/>
                    <a:pt x="28439" y="95965"/>
                    <a:pt x="28439" y="94783"/>
                  </a:cubicBezTo>
                  <a:cubicBezTo>
                    <a:pt x="28439" y="93601"/>
                    <a:pt x="29278" y="92953"/>
                    <a:pt x="30726" y="92953"/>
                  </a:cubicBezTo>
                  <a:cubicBezTo>
                    <a:pt x="31527" y="92953"/>
                    <a:pt x="32365" y="93144"/>
                    <a:pt x="33204" y="93411"/>
                  </a:cubicBezTo>
                  <a:lnTo>
                    <a:pt x="33204" y="92152"/>
                  </a:lnTo>
                  <a:cubicBezTo>
                    <a:pt x="32365" y="91886"/>
                    <a:pt x="31565" y="91733"/>
                    <a:pt x="30726" y="91733"/>
                  </a:cubicBezTo>
                  <a:close/>
                  <a:moveTo>
                    <a:pt x="76319" y="91733"/>
                  </a:moveTo>
                  <a:cubicBezTo>
                    <a:pt x="73231" y="91733"/>
                    <a:pt x="69991" y="93982"/>
                    <a:pt x="69991" y="97833"/>
                  </a:cubicBezTo>
                  <a:cubicBezTo>
                    <a:pt x="69991" y="101532"/>
                    <a:pt x="73040" y="103934"/>
                    <a:pt x="76281" y="103934"/>
                  </a:cubicBezTo>
                  <a:cubicBezTo>
                    <a:pt x="78034" y="103934"/>
                    <a:pt x="79407" y="103438"/>
                    <a:pt x="80588" y="102561"/>
                  </a:cubicBezTo>
                  <a:lnTo>
                    <a:pt x="80588" y="97795"/>
                  </a:lnTo>
                  <a:lnTo>
                    <a:pt x="76204" y="97795"/>
                  </a:lnTo>
                  <a:lnTo>
                    <a:pt x="76204" y="99015"/>
                  </a:lnTo>
                  <a:lnTo>
                    <a:pt x="79330" y="99015"/>
                  </a:lnTo>
                  <a:lnTo>
                    <a:pt x="79330" y="101951"/>
                  </a:lnTo>
                  <a:cubicBezTo>
                    <a:pt x="78377" y="102523"/>
                    <a:pt x="77462" y="102752"/>
                    <a:pt x="76319" y="102752"/>
                  </a:cubicBezTo>
                  <a:cubicBezTo>
                    <a:pt x="73574" y="102752"/>
                    <a:pt x="71401" y="100617"/>
                    <a:pt x="71401" y="97833"/>
                  </a:cubicBezTo>
                  <a:cubicBezTo>
                    <a:pt x="71401" y="95088"/>
                    <a:pt x="73231" y="92953"/>
                    <a:pt x="76357" y="92953"/>
                  </a:cubicBezTo>
                  <a:cubicBezTo>
                    <a:pt x="77500" y="92953"/>
                    <a:pt x="78911" y="93220"/>
                    <a:pt x="80016" y="93792"/>
                  </a:cubicBezTo>
                  <a:lnTo>
                    <a:pt x="80016" y="92534"/>
                  </a:lnTo>
                  <a:cubicBezTo>
                    <a:pt x="78911" y="92000"/>
                    <a:pt x="77577" y="91733"/>
                    <a:pt x="76319" y="91733"/>
                  </a:cubicBezTo>
                  <a:close/>
                  <a:moveTo>
                    <a:pt x="99153" y="91733"/>
                  </a:moveTo>
                  <a:cubicBezTo>
                    <a:pt x="95989" y="91733"/>
                    <a:pt x="93206" y="94287"/>
                    <a:pt x="93206" y="97833"/>
                  </a:cubicBezTo>
                  <a:cubicBezTo>
                    <a:pt x="93206" y="101379"/>
                    <a:pt x="95875" y="103934"/>
                    <a:pt x="99039" y="103934"/>
                  </a:cubicBezTo>
                  <a:cubicBezTo>
                    <a:pt x="102203" y="103934"/>
                    <a:pt x="104947" y="101379"/>
                    <a:pt x="104947" y="97833"/>
                  </a:cubicBezTo>
                  <a:cubicBezTo>
                    <a:pt x="104947" y="94287"/>
                    <a:pt x="102355" y="91733"/>
                    <a:pt x="99153" y="91733"/>
                  </a:cubicBezTo>
                  <a:close/>
                  <a:moveTo>
                    <a:pt x="151684" y="91733"/>
                  </a:moveTo>
                  <a:cubicBezTo>
                    <a:pt x="148100" y="91733"/>
                    <a:pt x="145394" y="94364"/>
                    <a:pt x="145394" y="97833"/>
                  </a:cubicBezTo>
                  <a:cubicBezTo>
                    <a:pt x="145394" y="101379"/>
                    <a:pt x="148024" y="103934"/>
                    <a:pt x="151684" y="103934"/>
                  </a:cubicBezTo>
                  <a:cubicBezTo>
                    <a:pt x="152980" y="103934"/>
                    <a:pt x="153971" y="103705"/>
                    <a:pt x="154886" y="103324"/>
                  </a:cubicBezTo>
                  <a:lnTo>
                    <a:pt x="154886" y="102103"/>
                  </a:lnTo>
                  <a:cubicBezTo>
                    <a:pt x="153895" y="102523"/>
                    <a:pt x="152827" y="102752"/>
                    <a:pt x="151684" y="102752"/>
                  </a:cubicBezTo>
                  <a:cubicBezTo>
                    <a:pt x="148672" y="102752"/>
                    <a:pt x="146766" y="100617"/>
                    <a:pt x="146766" y="97833"/>
                  </a:cubicBezTo>
                  <a:cubicBezTo>
                    <a:pt x="146766" y="95050"/>
                    <a:pt x="148558" y="92953"/>
                    <a:pt x="151684" y="92953"/>
                  </a:cubicBezTo>
                  <a:cubicBezTo>
                    <a:pt x="152827" y="92953"/>
                    <a:pt x="153895" y="93144"/>
                    <a:pt x="154886" y="93563"/>
                  </a:cubicBezTo>
                  <a:lnTo>
                    <a:pt x="154886" y="92343"/>
                  </a:lnTo>
                  <a:cubicBezTo>
                    <a:pt x="153971" y="91962"/>
                    <a:pt x="152980" y="91733"/>
                    <a:pt x="151684" y="91733"/>
                  </a:cubicBezTo>
                  <a:close/>
                  <a:moveTo>
                    <a:pt x="121911" y="102103"/>
                  </a:moveTo>
                  <a:lnTo>
                    <a:pt x="121530" y="105840"/>
                  </a:lnTo>
                  <a:lnTo>
                    <a:pt x="122292" y="105840"/>
                  </a:lnTo>
                  <a:lnTo>
                    <a:pt x="123398" y="102561"/>
                  </a:lnTo>
                  <a:lnTo>
                    <a:pt x="123398" y="102103"/>
                  </a:lnTo>
                  <a:close/>
                </a:path>
              </a:pathLst>
            </a:custGeom>
            <a:solidFill>
              <a:srgbClr val="FEFE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1"/>
            <p:cNvSpPr/>
            <p:nvPr/>
          </p:nvSpPr>
          <p:spPr>
            <a:xfrm>
              <a:off x="1279900" y="1260075"/>
              <a:ext cx="3888350" cy="2350525"/>
            </a:xfrm>
            <a:custGeom>
              <a:rect b="b" l="l" r="r" t="t"/>
              <a:pathLst>
                <a:path extrusionOk="0" h="94021" w="155534">
                  <a:moveTo>
                    <a:pt x="0" y="0"/>
                  </a:moveTo>
                  <a:lnTo>
                    <a:pt x="0" y="2517"/>
                  </a:lnTo>
                  <a:lnTo>
                    <a:pt x="155533" y="2517"/>
                  </a:lnTo>
                  <a:lnTo>
                    <a:pt x="155533" y="0"/>
                  </a:lnTo>
                  <a:close/>
                  <a:moveTo>
                    <a:pt x="0" y="91505"/>
                  </a:moveTo>
                  <a:lnTo>
                    <a:pt x="0" y="94021"/>
                  </a:lnTo>
                  <a:lnTo>
                    <a:pt x="155533" y="94021"/>
                  </a:lnTo>
                  <a:lnTo>
                    <a:pt x="155533" y="91505"/>
                  </a:lnTo>
                  <a:close/>
                </a:path>
              </a:pathLst>
            </a:custGeom>
            <a:solidFill>
              <a:srgbClr val="C3AB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1"/>
            <p:cNvSpPr/>
            <p:nvPr/>
          </p:nvSpPr>
          <p:spPr>
            <a:xfrm>
              <a:off x="6202250" y="5345350"/>
              <a:ext cx="39738150" cy="285975"/>
            </a:xfrm>
            <a:custGeom>
              <a:rect b="b" l="l" r="r" t="t"/>
              <a:pathLst>
                <a:path extrusionOk="0" h="11439" w="1589526">
                  <a:moveTo>
                    <a:pt x="4156" y="1"/>
                  </a:moveTo>
                  <a:lnTo>
                    <a:pt x="0" y="11439"/>
                  </a:lnTo>
                  <a:lnTo>
                    <a:pt x="1585332" y="11439"/>
                  </a:lnTo>
                  <a:lnTo>
                    <a:pt x="1589525" y="1"/>
                  </a:lnTo>
                  <a:close/>
                </a:path>
              </a:pathLst>
            </a:custGeom>
            <a:solidFill>
              <a:srgbClr val="C3AB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2" name="Google Shape;152;p1"/>
          <p:cNvSpPr txBox="1"/>
          <p:nvPr/>
        </p:nvSpPr>
        <p:spPr>
          <a:xfrm>
            <a:off x="6330450" y="662750"/>
            <a:ext cx="31230300" cy="4302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9000"/>
              <a:buFont typeface="Arial"/>
              <a:buNone/>
            </a:pPr>
            <a:r>
              <a:rPr b="0" i="0" lang="en" sz="9000" u="none" cap="none" strike="noStrike">
                <a:solidFill>
                  <a:srgbClr val="FFFFFF"/>
                </a:solidFill>
                <a:latin typeface="Avenir"/>
                <a:ea typeface="Avenir"/>
                <a:cs typeface="Avenir"/>
                <a:sym typeface="Avenir"/>
              </a:rPr>
              <a:t>Global AI Governance Narratives:</a:t>
            </a:r>
            <a:endParaRPr b="0" i="0" sz="9000" u="none" cap="none" strike="noStrike">
              <a:solidFill>
                <a:srgbClr val="FFFFFF"/>
              </a:solidFill>
              <a:latin typeface="Avenir"/>
              <a:ea typeface="Avenir"/>
              <a:cs typeface="Avenir"/>
              <a:sym typeface="Avenir"/>
            </a:endParaRPr>
          </a:p>
          <a:p>
            <a:pPr indent="0" lvl="0" marL="0" marR="0" rtl="0" algn="ctr">
              <a:lnSpc>
                <a:spcPct val="115000"/>
              </a:lnSpc>
              <a:spcBef>
                <a:spcPts val="0"/>
              </a:spcBef>
              <a:spcAft>
                <a:spcPts val="0"/>
              </a:spcAft>
              <a:buClr>
                <a:srgbClr val="000000"/>
              </a:buClr>
              <a:buSzPts val="8000"/>
              <a:buFont typeface="Arial"/>
              <a:buNone/>
            </a:pPr>
            <a:r>
              <a:rPr b="0" i="0" lang="en" sz="8000" u="none" cap="none" strike="noStrike">
                <a:solidFill>
                  <a:srgbClr val="FFFFFF"/>
                </a:solidFill>
                <a:latin typeface="Avenir"/>
                <a:ea typeface="Avenir"/>
                <a:cs typeface="Avenir"/>
                <a:sym typeface="Avenir"/>
              </a:rPr>
              <a:t>A Spatial NLP Analysis of Academic and Policy Discourse</a:t>
            </a:r>
            <a:endParaRPr b="0" i="0" sz="8000" u="none" cap="none" strike="noStrike">
              <a:solidFill>
                <a:srgbClr val="FFFFFF"/>
              </a:solidFill>
              <a:latin typeface="Avenir"/>
              <a:ea typeface="Avenir"/>
              <a:cs typeface="Avenir"/>
              <a:sym typeface="Avenir"/>
            </a:endParaRPr>
          </a:p>
          <a:p>
            <a:pPr indent="0" lvl="0" marL="0" marR="0" rtl="0" algn="ctr">
              <a:lnSpc>
                <a:spcPct val="100000"/>
              </a:lnSpc>
              <a:spcBef>
                <a:spcPts val="0"/>
              </a:spcBef>
              <a:spcAft>
                <a:spcPts val="0"/>
              </a:spcAft>
              <a:buClr>
                <a:srgbClr val="000000"/>
              </a:buClr>
              <a:buSzPts val="7200"/>
              <a:buFont typeface="Arial"/>
              <a:buNone/>
            </a:pPr>
            <a:r>
              <a:rPr b="0" i="0" lang="en" sz="7200" u="none" cap="none" strike="noStrike">
                <a:solidFill>
                  <a:srgbClr val="FFFFFF"/>
                </a:solidFill>
                <a:latin typeface="Avenir"/>
                <a:ea typeface="Avenir"/>
                <a:cs typeface="Avenir"/>
                <a:sym typeface="Avenir"/>
              </a:rPr>
              <a:t>Tambudzai G. Charumbira, Joshua Gray</a:t>
            </a:r>
            <a:endParaRPr b="0" i="0" sz="1400" u="none" cap="none" strike="noStrike">
              <a:solidFill>
                <a:srgbClr val="000000"/>
              </a:solidFill>
              <a:latin typeface="Arial"/>
              <a:ea typeface="Arial"/>
              <a:cs typeface="Arial"/>
              <a:sym typeface="Arial"/>
            </a:endParaRPr>
          </a:p>
        </p:txBody>
      </p:sp>
      <p:grpSp>
        <p:nvGrpSpPr>
          <p:cNvPr id="153" name="Google Shape;153;p1"/>
          <p:cNvGrpSpPr/>
          <p:nvPr/>
        </p:nvGrpSpPr>
        <p:grpSpPr>
          <a:xfrm>
            <a:off x="22402857" y="7664212"/>
            <a:ext cx="10515543" cy="5975335"/>
            <a:chOff x="21453513" y="8186850"/>
            <a:chExt cx="8983037" cy="5336550"/>
          </a:xfrm>
        </p:grpSpPr>
        <p:pic>
          <p:nvPicPr>
            <p:cNvPr id="154" name="Google Shape;154;p1" title="RO2.2b.png"/>
            <p:cNvPicPr preferRelativeResize="0"/>
            <p:nvPr/>
          </p:nvPicPr>
          <p:blipFill rotWithShape="1">
            <a:blip r:embed="rId3">
              <a:alphaModFix/>
            </a:blip>
            <a:srcRect b="0" l="0" r="0" t="0"/>
            <a:stretch/>
          </p:blipFill>
          <p:spPr>
            <a:xfrm>
              <a:off x="21453513" y="8186850"/>
              <a:ext cx="8982876" cy="4930049"/>
            </a:xfrm>
            <a:prstGeom prst="rect">
              <a:avLst/>
            </a:prstGeom>
            <a:noFill/>
            <a:ln>
              <a:noFill/>
            </a:ln>
          </p:spPr>
        </p:pic>
        <p:sp>
          <p:nvSpPr>
            <p:cNvPr id="155" name="Google Shape;155;p1"/>
            <p:cNvSpPr txBox="1"/>
            <p:nvPr/>
          </p:nvSpPr>
          <p:spPr>
            <a:xfrm>
              <a:off x="21453650" y="13116900"/>
              <a:ext cx="8982900" cy="406500"/>
            </a:xfrm>
            <a:prstGeom prst="rect">
              <a:avLst/>
            </a:prstGeom>
            <a:noFill/>
            <a:ln>
              <a:noFill/>
            </a:ln>
          </p:spPr>
          <p:txBody>
            <a:bodyPr anchorCtr="0" anchor="t" bIns="102350" lIns="102350" spcFirstLastPara="1" rIns="102350" wrap="square" tIns="102350">
              <a:noAutofit/>
            </a:bodyPr>
            <a:lstStyle/>
            <a:p>
              <a:pPr indent="0" lvl="0" marL="0" marR="0" rtl="0" algn="ctr">
                <a:lnSpc>
                  <a:spcPct val="100000"/>
                </a:lnSpc>
                <a:spcBef>
                  <a:spcPts val="0"/>
                </a:spcBef>
                <a:spcAft>
                  <a:spcPts val="0"/>
                </a:spcAft>
                <a:buClr>
                  <a:srgbClr val="000000"/>
                </a:buClr>
                <a:buSzPts val="2687"/>
                <a:buFont typeface="Arial"/>
                <a:buNone/>
              </a:pPr>
              <a:r>
                <a:rPr b="1" i="0" lang="en" sz="2700" u="none" cap="none" strike="noStrike">
                  <a:solidFill>
                    <a:schemeClr val="dk1"/>
                  </a:solidFill>
                  <a:latin typeface="Arial"/>
                  <a:ea typeface="Arial"/>
                  <a:cs typeface="Arial"/>
                  <a:sym typeface="Arial"/>
                </a:rPr>
                <a:t>Figure 2</a:t>
              </a:r>
              <a:endParaRPr b="1" i="0" sz="2700" u="none" cap="none" strike="noStrike">
                <a:solidFill>
                  <a:schemeClr val="dk1"/>
                </a:solidFill>
                <a:latin typeface="Arial"/>
                <a:ea typeface="Arial"/>
                <a:cs typeface="Arial"/>
                <a:sym typeface="Arial"/>
              </a:endParaRPr>
            </a:p>
          </p:txBody>
        </p:sp>
      </p:grpSp>
      <p:grpSp>
        <p:nvGrpSpPr>
          <p:cNvPr id="156" name="Google Shape;156;p1"/>
          <p:cNvGrpSpPr/>
          <p:nvPr/>
        </p:nvGrpSpPr>
        <p:grpSpPr>
          <a:xfrm>
            <a:off x="22402950" y="15445387"/>
            <a:ext cx="10515341" cy="6624818"/>
            <a:chOff x="22190288" y="16506000"/>
            <a:chExt cx="9666612" cy="6056700"/>
          </a:xfrm>
        </p:grpSpPr>
        <p:pic>
          <p:nvPicPr>
            <p:cNvPr id="157" name="Google Shape;157;p1" title="17. coverage_gap_divergence.png"/>
            <p:cNvPicPr preferRelativeResize="0"/>
            <p:nvPr/>
          </p:nvPicPr>
          <p:blipFill rotWithShape="1">
            <a:blip r:embed="rId4">
              <a:alphaModFix/>
            </a:blip>
            <a:srcRect b="0" l="0" r="0" t="0"/>
            <a:stretch/>
          </p:blipFill>
          <p:spPr>
            <a:xfrm>
              <a:off x="22190288" y="16506000"/>
              <a:ext cx="9666474" cy="5650210"/>
            </a:xfrm>
            <a:prstGeom prst="rect">
              <a:avLst/>
            </a:prstGeom>
            <a:noFill/>
            <a:ln>
              <a:noFill/>
            </a:ln>
          </p:spPr>
        </p:pic>
        <p:sp>
          <p:nvSpPr>
            <p:cNvPr id="158" name="Google Shape;158;p1"/>
            <p:cNvSpPr txBox="1"/>
            <p:nvPr/>
          </p:nvSpPr>
          <p:spPr>
            <a:xfrm>
              <a:off x="22190300" y="22156200"/>
              <a:ext cx="9666600" cy="406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2700" u="none" cap="none" strike="noStrike">
                  <a:solidFill>
                    <a:schemeClr val="dk1"/>
                  </a:solidFill>
                  <a:latin typeface="Arial"/>
                  <a:ea typeface="Arial"/>
                  <a:cs typeface="Arial"/>
                  <a:sym typeface="Arial"/>
                </a:rPr>
                <a:t>Figure 4</a:t>
              </a:r>
              <a:endParaRPr b="1" i="0" sz="2700" u="none" cap="none" strike="noStrike">
                <a:solidFill>
                  <a:schemeClr val="dk1"/>
                </a:solidFill>
                <a:latin typeface="Arial"/>
                <a:ea typeface="Arial"/>
                <a:cs typeface="Arial"/>
                <a:sym typeface="Arial"/>
              </a:endParaRPr>
            </a:p>
          </p:txBody>
        </p:sp>
      </p:grpSp>
      <p:grpSp>
        <p:nvGrpSpPr>
          <p:cNvPr id="159" name="Google Shape;159;p1"/>
          <p:cNvGrpSpPr/>
          <p:nvPr/>
        </p:nvGrpSpPr>
        <p:grpSpPr>
          <a:xfrm>
            <a:off x="10972800" y="14950073"/>
            <a:ext cx="10515598" cy="7120127"/>
            <a:chOff x="10972800" y="14950073"/>
            <a:chExt cx="10515598" cy="7120127"/>
          </a:xfrm>
        </p:grpSpPr>
        <p:pic>
          <p:nvPicPr>
            <p:cNvPr id="160" name="Google Shape;160;p1" title="RO1.2b.png"/>
            <p:cNvPicPr preferRelativeResize="0"/>
            <p:nvPr/>
          </p:nvPicPr>
          <p:blipFill rotWithShape="1">
            <a:blip r:embed="rId5">
              <a:alphaModFix/>
            </a:blip>
            <a:srcRect b="0" l="0" r="0" t="0"/>
            <a:stretch/>
          </p:blipFill>
          <p:spPr>
            <a:xfrm>
              <a:off x="10972800" y="14950073"/>
              <a:ext cx="10515598" cy="6624825"/>
            </a:xfrm>
            <a:prstGeom prst="rect">
              <a:avLst/>
            </a:prstGeom>
            <a:noFill/>
            <a:ln>
              <a:noFill/>
            </a:ln>
          </p:spPr>
        </p:pic>
        <p:sp>
          <p:nvSpPr>
            <p:cNvPr id="161" name="Google Shape;161;p1"/>
            <p:cNvSpPr txBox="1"/>
            <p:nvPr/>
          </p:nvSpPr>
          <p:spPr>
            <a:xfrm>
              <a:off x="10972800" y="21574900"/>
              <a:ext cx="10515300" cy="49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2700" u="none" cap="none" strike="noStrike">
                  <a:solidFill>
                    <a:schemeClr val="dk1"/>
                  </a:solidFill>
                  <a:latin typeface="Arial"/>
                  <a:ea typeface="Arial"/>
                  <a:cs typeface="Arial"/>
                  <a:sym typeface="Arial"/>
                </a:rPr>
                <a:t>Figure 3</a:t>
              </a:r>
              <a:endParaRPr b="1" i="0" sz="2700" u="none" cap="none" strike="noStrike">
                <a:solidFill>
                  <a:schemeClr val="dk1"/>
                </a:solidFill>
                <a:latin typeface="Arial"/>
                <a:ea typeface="Arial"/>
                <a:cs typeface="Arial"/>
                <a:sym typeface="Arial"/>
              </a:endParaRPr>
            </a:p>
          </p:txBody>
        </p:sp>
      </p:grpSp>
      <p:grpSp>
        <p:nvGrpSpPr>
          <p:cNvPr id="162" name="Google Shape;162;p1"/>
          <p:cNvGrpSpPr/>
          <p:nvPr/>
        </p:nvGrpSpPr>
        <p:grpSpPr>
          <a:xfrm>
            <a:off x="22402800" y="23966132"/>
            <a:ext cx="10515262" cy="8412183"/>
            <a:chOff x="22074513" y="23352750"/>
            <a:chExt cx="9982212" cy="8629650"/>
          </a:xfrm>
        </p:grpSpPr>
        <p:pic>
          <p:nvPicPr>
            <p:cNvPr id="163" name="Google Shape;163;p1" title="15. governance_stance_by_world_region.png"/>
            <p:cNvPicPr preferRelativeResize="0"/>
            <p:nvPr/>
          </p:nvPicPr>
          <p:blipFill rotWithShape="1">
            <a:blip r:embed="rId6">
              <a:alphaModFix/>
            </a:blip>
            <a:srcRect b="0" l="0" r="0" t="0"/>
            <a:stretch/>
          </p:blipFill>
          <p:spPr>
            <a:xfrm>
              <a:off x="22074513" y="23352750"/>
              <a:ext cx="9982200" cy="8134350"/>
            </a:xfrm>
            <a:prstGeom prst="rect">
              <a:avLst/>
            </a:prstGeom>
            <a:noFill/>
            <a:ln>
              <a:noFill/>
            </a:ln>
          </p:spPr>
        </p:pic>
        <p:sp>
          <p:nvSpPr>
            <p:cNvPr id="164" name="Google Shape;164;p1"/>
            <p:cNvSpPr txBox="1"/>
            <p:nvPr/>
          </p:nvSpPr>
          <p:spPr>
            <a:xfrm>
              <a:off x="22074525" y="31487100"/>
              <a:ext cx="9982200" cy="49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2700" u="none" cap="none" strike="noStrike">
                  <a:solidFill>
                    <a:schemeClr val="dk1"/>
                  </a:solidFill>
                  <a:latin typeface="Arial"/>
                  <a:ea typeface="Arial"/>
                  <a:cs typeface="Arial"/>
                  <a:sym typeface="Arial"/>
                </a:rPr>
                <a:t>Figure 6</a:t>
              </a:r>
              <a:endParaRPr b="1" i="0" sz="2700" u="none" cap="none" strike="noStrike">
                <a:solidFill>
                  <a:schemeClr val="dk1"/>
                </a:solidFill>
                <a:latin typeface="Arial"/>
                <a:ea typeface="Arial"/>
                <a:cs typeface="Arial"/>
                <a:sym typeface="Arial"/>
              </a:endParaRPr>
            </a:p>
          </p:txBody>
        </p:sp>
      </p:grpSp>
      <p:grpSp>
        <p:nvGrpSpPr>
          <p:cNvPr id="165" name="Google Shape;165;p1"/>
          <p:cNvGrpSpPr/>
          <p:nvPr/>
        </p:nvGrpSpPr>
        <p:grpSpPr>
          <a:xfrm>
            <a:off x="10972800" y="24841013"/>
            <a:ext cx="10515602" cy="7540763"/>
            <a:chOff x="10972800" y="24841013"/>
            <a:chExt cx="10515602" cy="7540763"/>
          </a:xfrm>
        </p:grpSpPr>
        <p:pic>
          <p:nvPicPr>
            <p:cNvPr id="166" name="Google Shape;166;p1" title="RO1.1.png"/>
            <p:cNvPicPr preferRelativeResize="0"/>
            <p:nvPr/>
          </p:nvPicPr>
          <p:blipFill rotWithShape="1">
            <a:blip r:embed="rId7">
              <a:alphaModFix/>
            </a:blip>
            <a:srcRect b="0" l="0" r="0" t="0"/>
            <a:stretch/>
          </p:blipFill>
          <p:spPr>
            <a:xfrm>
              <a:off x="10972800" y="24841013"/>
              <a:ext cx="10515602" cy="7045451"/>
            </a:xfrm>
            <a:prstGeom prst="rect">
              <a:avLst/>
            </a:prstGeom>
            <a:noFill/>
            <a:ln>
              <a:noFill/>
            </a:ln>
          </p:spPr>
        </p:pic>
        <p:sp>
          <p:nvSpPr>
            <p:cNvPr id="167" name="Google Shape;167;p1"/>
            <p:cNvSpPr txBox="1"/>
            <p:nvPr/>
          </p:nvSpPr>
          <p:spPr>
            <a:xfrm>
              <a:off x="10972800" y="31886475"/>
              <a:ext cx="10515300" cy="49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2700" u="none" cap="none" strike="noStrike">
                  <a:solidFill>
                    <a:schemeClr val="dk1"/>
                  </a:solidFill>
                  <a:latin typeface="Arial"/>
                  <a:ea typeface="Arial"/>
                  <a:cs typeface="Arial"/>
                  <a:sym typeface="Arial"/>
                </a:rPr>
                <a:t>Figure 5</a:t>
              </a:r>
              <a:endParaRPr b="1" i="0" sz="2700" u="none" cap="none" strike="noStrike">
                <a:solidFill>
                  <a:schemeClr val="dk1"/>
                </a:solidFill>
                <a:latin typeface="Arial"/>
                <a:ea typeface="Arial"/>
                <a:cs typeface="Arial"/>
                <a:sym typeface="Arial"/>
              </a:endParaRPr>
            </a:p>
          </p:txBody>
        </p:sp>
      </p:grpSp>
      <p:grpSp>
        <p:nvGrpSpPr>
          <p:cNvPr id="168" name="Google Shape;168;p1"/>
          <p:cNvGrpSpPr/>
          <p:nvPr/>
        </p:nvGrpSpPr>
        <p:grpSpPr>
          <a:xfrm>
            <a:off x="33458150" y="5943600"/>
            <a:ext cx="10324200" cy="11706450"/>
            <a:chOff x="93175" y="-1467525"/>
            <a:chExt cx="10324200" cy="11706450"/>
          </a:xfrm>
        </p:grpSpPr>
        <p:sp>
          <p:nvSpPr>
            <p:cNvPr id="169" name="Google Shape;169;p1"/>
            <p:cNvSpPr txBox="1"/>
            <p:nvPr/>
          </p:nvSpPr>
          <p:spPr>
            <a:xfrm>
              <a:off x="93175" y="-264675"/>
              <a:ext cx="10324200" cy="10503600"/>
            </a:xfrm>
            <a:prstGeom prst="rect">
              <a:avLst/>
            </a:prstGeom>
            <a:solidFill>
              <a:schemeClr val="lt1"/>
            </a:solidFill>
            <a:ln cap="flat" cmpd="sng" w="114300">
              <a:solidFill>
                <a:schemeClr val="lt1"/>
              </a:solidFill>
              <a:prstDash val="solid"/>
              <a:round/>
              <a:headEnd len="sm" w="sm" type="none"/>
              <a:tailEnd len="sm" w="sm" type="none"/>
            </a:ln>
          </p:spPr>
          <p:txBody>
            <a:bodyPr anchorCtr="0" anchor="t" bIns="91425" lIns="91425" spcFirstLastPara="1" rIns="346225" wrap="square" tIns="91425">
              <a:noAutofit/>
            </a:bodyPr>
            <a:lstStyle/>
            <a:p>
              <a:pPr indent="-419100" lvl="0" marL="457200" marR="0" rtl="0" algn="just">
                <a:lnSpc>
                  <a:spcPct val="100000"/>
                </a:lnSpc>
                <a:spcBef>
                  <a:spcPts val="0"/>
                </a:spcBef>
                <a:spcAft>
                  <a:spcPts val="0"/>
                </a:spcAft>
                <a:buClr>
                  <a:schemeClr val="dk1"/>
                </a:buClr>
                <a:buSzPts val="3000"/>
                <a:buFont typeface="Avenir"/>
                <a:buChar char="●"/>
              </a:pPr>
              <a:r>
                <a:rPr b="1" lang="en" sz="3000">
                  <a:solidFill>
                    <a:schemeClr val="dk1"/>
                  </a:solidFill>
                  <a:latin typeface="Avenir"/>
                  <a:ea typeface="Avenir"/>
                  <a:cs typeface="Avenir"/>
                  <a:sym typeface="Avenir"/>
                </a:rPr>
                <a:t>Fig1.</a:t>
              </a:r>
              <a:r>
                <a:rPr lang="en" sz="3000">
                  <a:solidFill>
                    <a:schemeClr val="dk1"/>
                  </a:solidFill>
                  <a:latin typeface="Avenir"/>
                  <a:ea typeface="Avenir"/>
                  <a:cs typeface="Avenir"/>
                  <a:sym typeface="Avenir"/>
                </a:rPr>
                <a:t> Europe contributes the largest absolute share of governance papers, while overall output remains concentrated in a relatively small number of countries.</a:t>
              </a:r>
              <a:endParaRPr sz="3000">
                <a:solidFill>
                  <a:schemeClr val="dk1"/>
                </a:solidFill>
                <a:latin typeface="Avenir"/>
                <a:ea typeface="Avenir"/>
                <a:cs typeface="Avenir"/>
                <a:sym typeface="Avenir"/>
              </a:endParaRPr>
            </a:p>
            <a:p>
              <a:pPr indent="-419100" lvl="0" marL="457200" rtl="0" algn="just">
                <a:lnSpc>
                  <a:spcPct val="115000"/>
                </a:lnSpc>
                <a:spcBef>
                  <a:spcPts val="0"/>
                </a:spcBef>
                <a:spcAft>
                  <a:spcPts val="0"/>
                </a:spcAft>
                <a:buClr>
                  <a:schemeClr val="dk1"/>
                </a:buClr>
                <a:buSzPts val="3000"/>
                <a:buFont typeface="Avenir"/>
                <a:buChar char="●"/>
              </a:pPr>
              <a:r>
                <a:rPr b="1" lang="en" sz="3000">
                  <a:solidFill>
                    <a:schemeClr val="dk1"/>
                  </a:solidFill>
                  <a:latin typeface="Avenir"/>
                  <a:ea typeface="Avenir"/>
                  <a:cs typeface="Avenir"/>
                  <a:sym typeface="Avenir"/>
                </a:rPr>
                <a:t>Fig 2. </a:t>
              </a:r>
              <a:r>
                <a:rPr lang="en" sz="3000">
                  <a:solidFill>
                    <a:schemeClr val="dk1"/>
                  </a:solidFill>
                  <a:latin typeface="Avenir"/>
                  <a:ea typeface="Avenir"/>
                  <a:cs typeface="Avenir"/>
                  <a:sym typeface="Avenir"/>
                </a:rPr>
                <a:t>Collaboration is concentrated in a small number of bilateral partnerships, with the China–United States, United Kingdom–United States, and Canada–United States links among the strongest.</a:t>
              </a:r>
              <a:endParaRPr sz="3000">
                <a:solidFill>
                  <a:schemeClr val="dk1"/>
                </a:solidFill>
                <a:latin typeface="Avenir"/>
                <a:ea typeface="Avenir"/>
                <a:cs typeface="Avenir"/>
                <a:sym typeface="Avenir"/>
              </a:endParaRPr>
            </a:p>
            <a:p>
              <a:pPr indent="-419100" lvl="0" marL="457200" rtl="0" algn="just">
                <a:lnSpc>
                  <a:spcPct val="115000"/>
                </a:lnSpc>
                <a:spcBef>
                  <a:spcPts val="0"/>
                </a:spcBef>
                <a:spcAft>
                  <a:spcPts val="0"/>
                </a:spcAft>
                <a:buClr>
                  <a:schemeClr val="dk1"/>
                </a:buClr>
                <a:buSzPts val="3000"/>
                <a:buFont typeface="Avenir"/>
                <a:buChar char="●"/>
              </a:pPr>
              <a:r>
                <a:rPr b="1" lang="en" sz="3000">
                  <a:solidFill>
                    <a:schemeClr val="dk1"/>
                  </a:solidFill>
                  <a:latin typeface="Avenir"/>
                  <a:ea typeface="Avenir"/>
                  <a:cs typeface="Avenir"/>
                  <a:sym typeface="Avenir"/>
                </a:rPr>
                <a:t>Fig 3.</a:t>
              </a:r>
              <a:r>
                <a:rPr lang="en" sz="3000">
                  <a:solidFill>
                    <a:schemeClr val="dk1"/>
                  </a:solidFill>
                  <a:latin typeface="Avenir"/>
                  <a:ea typeface="Avenir"/>
                  <a:cs typeface="Avenir"/>
                  <a:sym typeface="Avenir"/>
                </a:rPr>
                <a:t> Governance research expands sharply in the post-ChatGPT period, strong growth in journalism and media, trust and trustworthiness, gender bias, and algorithmic fairness.</a:t>
              </a:r>
              <a:endParaRPr sz="3000">
                <a:solidFill>
                  <a:schemeClr val="dk1"/>
                </a:solidFill>
                <a:latin typeface="Avenir"/>
                <a:ea typeface="Avenir"/>
                <a:cs typeface="Avenir"/>
                <a:sym typeface="Avenir"/>
              </a:endParaRPr>
            </a:p>
            <a:p>
              <a:pPr indent="-419100" lvl="0" marL="457200" rtl="0" algn="just">
                <a:lnSpc>
                  <a:spcPct val="115000"/>
                </a:lnSpc>
                <a:spcBef>
                  <a:spcPts val="0"/>
                </a:spcBef>
                <a:spcAft>
                  <a:spcPts val="0"/>
                </a:spcAft>
                <a:buClr>
                  <a:schemeClr val="dk1"/>
                </a:buClr>
                <a:buSzPts val="3000"/>
                <a:buFont typeface="Avenir"/>
                <a:buChar char="●"/>
              </a:pPr>
              <a:r>
                <a:rPr b="1" lang="en" sz="3000">
                  <a:solidFill>
                    <a:schemeClr val="dk1"/>
                  </a:solidFill>
                  <a:latin typeface="Avenir"/>
                  <a:ea typeface="Avenir"/>
                  <a:cs typeface="Avenir"/>
                  <a:sym typeface="Avenir"/>
                </a:rPr>
                <a:t>Fig 4.</a:t>
              </a:r>
              <a:r>
                <a:rPr lang="en" sz="3000">
                  <a:solidFill>
                    <a:schemeClr val="dk1"/>
                  </a:solidFill>
                  <a:latin typeface="Avenir"/>
                  <a:ea typeface="Avenir"/>
                  <a:cs typeface="Avenir"/>
                  <a:sym typeface="Avenir"/>
                </a:rPr>
                <a:t> 10 shared topics across academic and policy corpora, while 11 are academic-only indicating partial alignment and a meaningful knowledge-policy gap.</a:t>
              </a:r>
              <a:endParaRPr sz="3000">
                <a:solidFill>
                  <a:schemeClr val="dk1"/>
                </a:solidFill>
                <a:latin typeface="Avenir"/>
                <a:ea typeface="Avenir"/>
                <a:cs typeface="Avenir"/>
                <a:sym typeface="Avenir"/>
              </a:endParaRPr>
            </a:p>
            <a:p>
              <a:pPr indent="-419100" lvl="0" marL="457200" rtl="0" algn="just">
                <a:lnSpc>
                  <a:spcPct val="115000"/>
                </a:lnSpc>
                <a:spcBef>
                  <a:spcPts val="0"/>
                </a:spcBef>
                <a:spcAft>
                  <a:spcPts val="0"/>
                </a:spcAft>
                <a:buClr>
                  <a:schemeClr val="dk1"/>
                </a:buClr>
                <a:buSzPts val="3000"/>
                <a:buFont typeface="Avenir"/>
                <a:buChar char="●"/>
              </a:pPr>
              <a:r>
                <a:rPr b="1" lang="en" sz="3000">
                  <a:solidFill>
                    <a:schemeClr val="dk1"/>
                  </a:solidFill>
                  <a:latin typeface="Avenir"/>
                  <a:ea typeface="Avenir"/>
                  <a:cs typeface="Avenir"/>
                  <a:sym typeface="Avenir"/>
                </a:rPr>
                <a:t>Fig 5.</a:t>
              </a:r>
              <a:r>
                <a:rPr lang="en" sz="3000">
                  <a:solidFill>
                    <a:schemeClr val="dk1"/>
                  </a:solidFill>
                  <a:latin typeface="Avenir"/>
                  <a:ea typeface="Avenir"/>
                  <a:cs typeface="Avenir"/>
                  <a:sym typeface="Avenir"/>
                </a:rPr>
                <a:t> Topic-level stance varies substantially, with autonomous weapons and EU AI regulation more risk-dominated, and accessibility, smart cities, and digital transformation more opportunity-framed.</a:t>
              </a:r>
              <a:endParaRPr sz="3000">
                <a:solidFill>
                  <a:schemeClr val="dk1"/>
                </a:solidFill>
                <a:latin typeface="Avenir"/>
                <a:ea typeface="Avenir"/>
                <a:cs typeface="Avenir"/>
                <a:sym typeface="Avenir"/>
              </a:endParaRPr>
            </a:p>
            <a:p>
              <a:pPr indent="-419100" lvl="0" marL="457200" rtl="0" algn="just">
                <a:lnSpc>
                  <a:spcPct val="115000"/>
                </a:lnSpc>
                <a:spcBef>
                  <a:spcPts val="0"/>
                </a:spcBef>
                <a:spcAft>
                  <a:spcPts val="0"/>
                </a:spcAft>
                <a:buClr>
                  <a:schemeClr val="dk1"/>
                </a:buClr>
                <a:buSzPts val="3000"/>
                <a:buFont typeface="Avenir"/>
                <a:buChar char="●"/>
              </a:pPr>
              <a:r>
                <a:rPr b="1" lang="en" sz="3000">
                  <a:solidFill>
                    <a:schemeClr val="dk1"/>
                  </a:solidFill>
                  <a:latin typeface="Avenir"/>
                  <a:ea typeface="Avenir"/>
                  <a:cs typeface="Avenir"/>
                  <a:sym typeface="Avenir"/>
                </a:rPr>
                <a:t>Fig 6. </a:t>
              </a:r>
              <a:r>
                <a:rPr lang="en" sz="3000">
                  <a:solidFill>
                    <a:schemeClr val="dk1"/>
                  </a:solidFill>
                  <a:latin typeface="Avenir"/>
                  <a:ea typeface="Avenir"/>
                  <a:cs typeface="Avenir"/>
                  <a:sym typeface="Avenir"/>
                </a:rPr>
                <a:t>Framing and topic priorities vary across regions, reinforcing that AI governance discourse is not globally uniform but shaped by distinct institutional and regional contexts.</a:t>
              </a:r>
              <a:endParaRPr sz="3000">
                <a:solidFill>
                  <a:schemeClr val="dk1"/>
                </a:solidFill>
                <a:latin typeface="Avenir"/>
                <a:ea typeface="Avenir"/>
                <a:cs typeface="Avenir"/>
                <a:sym typeface="Avenir"/>
              </a:endParaRPr>
            </a:p>
            <a:p>
              <a:pPr indent="0" lvl="0" marL="457200" rtl="0" algn="just">
                <a:lnSpc>
                  <a:spcPct val="115000"/>
                </a:lnSpc>
                <a:spcBef>
                  <a:spcPts val="1200"/>
                </a:spcBef>
                <a:spcAft>
                  <a:spcPts val="0"/>
                </a:spcAft>
                <a:buNone/>
              </a:pPr>
              <a:r>
                <a:t/>
              </a:r>
              <a:endParaRPr sz="3000">
                <a:solidFill>
                  <a:schemeClr val="dk1"/>
                </a:solidFill>
                <a:latin typeface="Avenir"/>
                <a:ea typeface="Avenir"/>
                <a:cs typeface="Avenir"/>
                <a:sym typeface="Avenir"/>
              </a:endParaRPr>
            </a:p>
            <a:p>
              <a:pPr indent="0" lvl="0" marL="0" rtl="0" algn="l">
                <a:lnSpc>
                  <a:spcPct val="115000"/>
                </a:lnSpc>
                <a:spcBef>
                  <a:spcPts val="1200"/>
                </a:spcBef>
                <a:spcAft>
                  <a:spcPts val="0"/>
                </a:spcAft>
                <a:buClr>
                  <a:schemeClr val="dk1"/>
                </a:buClr>
                <a:buSzPts val="1100"/>
                <a:buFont typeface="Arial"/>
                <a:buNone/>
              </a:pPr>
              <a:r>
                <a:t/>
              </a:r>
              <a:endParaRPr sz="3000">
                <a:solidFill>
                  <a:schemeClr val="dk1"/>
                </a:solidFill>
                <a:latin typeface="Avenir"/>
                <a:ea typeface="Avenir"/>
                <a:cs typeface="Avenir"/>
                <a:sym typeface="Avenir"/>
              </a:endParaRPr>
            </a:p>
            <a:p>
              <a:pPr indent="0" lvl="0" marL="0" rtl="0" algn="l">
                <a:lnSpc>
                  <a:spcPct val="115000"/>
                </a:lnSpc>
                <a:spcBef>
                  <a:spcPts val="1200"/>
                </a:spcBef>
                <a:spcAft>
                  <a:spcPts val="0"/>
                </a:spcAft>
                <a:buClr>
                  <a:schemeClr val="dk1"/>
                </a:buClr>
                <a:buSzPts val="1100"/>
                <a:buFont typeface="Arial"/>
                <a:buNone/>
              </a:pPr>
              <a:r>
                <a:t/>
              </a:r>
              <a:endParaRPr sz="3000">
                <a:solidFill>
                  <a:schemeClr val="dk1"/>
                </a:solidFill>
                <a:latin typeface="Avenir"/>
                <a:ea typeface="Avenir"/>
                <a:cs typeface="Avenir"/>
                <a:sym typeface="Avenir"/>
              </a:endParaRPr>
            </a:p>
            <a:p>
              <a:pPr indent="0" lvl="0" marL="0" rtl="0" algn="l">
                <a:lnSpc>
                  <a:spcPct val="115000"/>
                </a:lnSpc>
                <a:spcBef>
                  <a:spcPts val="1200"/>
                </a:spcBef>
                <a:spcAft>
                  <a:spcPts val="0"/>
                </a:spcAft>
                <a:buClr>
                  <a:schemeClr val="dk1"/>
                </a:buClr>
                <a:buSzPts val="1100"/>
                <a:buFont typeface="Arial"/>
                <a:buNone/>
              </a:pPr>
              <a:r>
                <a:t/>
              </a:r>
              <a:endParaRPr sz="3000">
                <a:solidFill>
                  <a:schemeClr val="dk1"/>
                </a:solidFill>
                <a:latin typeface="Avenir"/>
                <a:ea typeface="Avenir"/>
                <a:cs typeface="Avenir"/>
                <a:sym typeface="Avenir"/>
              </a:endParaRPr>
            </a:p>
            <a:p>
              <a:pPr indent="0" lvl="0" marL="0" marR="0" rtl="0" algn="just">
                <a:lnSpc>
                  <a:spcPct val="100000"/>
                </a:lnSpc>
                <a:spcBef>
                  <a:spcPts val="1200"/>
                </a:spcBef>
                <a:spcAft>
                  <a:spcPts val="0"/>
                </a:spcAft>
                <a:buClr>
                  <a:srgbClr val="000000"/>
                </a:buClr>
                <a:buSzPts val="3200"/>
                <a:buFont typeface="Arial"/>
                <a:buNone/>
              </a:pPr>
              <a:r>
                <a:t/>
              </a:r>
              <a:endParaRPr sz="3000">
                <a:solidFill>
                  <a:schemeClr val="dk1"/>
                </a:solidFill>
              </a:endParaRPr>
            </a:p>
            <a:p>
              <a:pPr indent="0" lvl="0" marL="0" marR="0" rtl="0" algn="just">
                <a:lnSpc>
                  <a:spcPct val="100000"/>
                </a:lnSpc>
                <a:spcBef>
                  <a:spcPts val="0"/>
                </a:spcBef>
                <a:spcAft>
                  <a:spcPts val="0"/>
                </a:spcAft>
                <a:buClr>
                  <a:srgbClr val="000000"/>
                </a:buClr>
                <a:buSzPts val="3200"/>
                <a:buFont typeface="Arial"/>
                <a:buNone/>
              </a:pPr>
              <a:r>
                <a:t/>
              </a:r>
              <a:endParaRPr sz="3000">
                <a:solidFill>
                  <a:schemeClr val="dk1"/>
                </a:solidFill>
              </a:endParaRPr>
            </a:p>
          </p:txBody>
        </p:sp>
        <p:sp>
          <p:nvSpPr>
            <p:cNvPr id="170" name="Google Shape;170;p1"/>
            <p:cNvSpPr txBox="1"/>
            <p:nvPr/>
          </p:nvSpPr>
          <p:spPr>
            <a:xfrm>
              <a:off x="139200" y="-1467525"/>
              <a:ext cx="10012200" cy="1097400"/>
            </a:xfrm>
            <a:prstGeom prst="rect">
              <a:avLst/>
            </a:prstGeom>
            <a:solidFill>
              <a:srgbClr val="074E76"/>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0"/>
                <a:buFont typeface="Arial"/>
                <a:buNone/>
              </a:pPr>
              <a:r>
                <a:rPr lang="en" sz="6000">
                  <a:solidFill>
                    <a:schemeClr val="lt1"/>
                  </a:solidFill>
                  <a:latin typeface="Calibri"/>
                  <a:ea typeface="Calibri"/>
                  <a:cs typeface="Calibri"/>
                  <a:sym typeface="Calibri"/>
                </a:rPr>
                <a:t>Key Findings</a:t>
              </a:r>
              <a:endParaRPr b="0" i="0" sz="6000" u="none" cap="none" strike="noStrike">
                <a:solidFill>
                  <a:schemeClr val="lt1"/>
                </a:solidFill>
                <a:latin typeface="Calibri"/>
                <a:ea typeface="Calibri"/>
                <a:cs typeface="Calibri"/>
                <a:sym typeface="Calibri"/>
              </a:endParaRPr>
            </a:p>
          </p:txBody>
        </p:sp>
      </p:grpSp>
      <p:pic>
        <p:nvPicPr>
          <p:cNvPr id="171" name="Google Shape;171;p1" title="4. global_AI_governance_distribution.png"/>
          <p:cNvPicPr preferRelativeResize="0"/>
          <p:nvPr/>
        </p:nvPicPr>
        <p:blipFill>
          <a:blip r:embed="rId8">
            <a:alphaModFix/>
          </a:blip>
          <a:stretch>
            <a:fillRect/>
          </a:stretch>
        </p:blipFill>
        <p:spPr>
          <a:xfrm>
            <a:off x="10972800" y="7662672"/>
            <a:ext cx="10515599" cy="5522975"/>
          </a:xfrm>
          <a:prstGeom prst="rect">
            <a:avLst/>
          </a:prstGeom>
          <a:noFill/>
          <a:ln>
            <a:noFill/>
          </a:ln>
        </p:spPr>
      </p:pic>
      <p:sp>
        <p:nvSpPr>
          <p:cNvPr id="172" name="Google Shape;172;p1"/>
          <p:cNvSpPr txBox="1"/>
          <p:nvPr/>
        </p:nvSpPr>
        <p:spPr>
          <a:xfrm>
            <a:off x="10972942" y="13185639"/>
            <a:ext cx="10515300" cy="455100"/>
          </a:xfrm>
          <a:prstGeom prst="rect">
            <a:avLst/>
          </a:prstGeom>
          <a:noFill/>
          <a:ln>
            <a:noFill/>
          </a:ln>
        </p:spPr>
        <p:txBody>
          <a:bodyPr anchorCtr="0" anchor="t" bIns="102350" lIns="102350" spcFirstLastPara="1" rIns="102350" wrap="square" tIns="102350">
            <a:noAutofit/>
          </a:bodyPr>
          <a:lstStyle/>
          <a:p>
            <a:pPr indent="0" lvl="0" marL="0" marR="0" rtl="0" algn="ctr">
              <a:lnSpc>
                <a:spcPct val="100000"/>
              </a:lnSpc>
              <a:spcBef>
                <a:spcPts val="0"/>
              </a:spcBef>
              <a:spcAft>
                <a:spcPts val="0"/>
              </a:spcAft>
              <a:buClr>
                <a:srgbClr val="000000"/>
              </a:buClr>
              <a:buSzPts val="2687"/>
              <a:buFont typeface="Arial"/>
              <a:buNone/>
            </a:pPr>
            <a:r>
              <a:rPr b="1" i="0" lang="en" sz="2700" u="none" cap="none" strike="noStrike">
                <a:solidFill>
                  <a:schemeClr val="dk1"/>
                </a:solidFill>
                <a:latin typeface="Arial"/>
                <a:ea typeface="Arial"/>
                <a:cs typeface="Arial"/>
                <a:sym typeface="Arial"/>
              </a:rPr>
              <a:t>Figure </a:t>
            </a:r>
            <a:r>
              <a:rPr b="1" lang="en" sz="2700">
                <a:solidFill>
                  <a:schemeClr val="dk1"/>
                </a:solidFill>
              </a:rPr>
              <a:t>1</a:t>
            </a:r>
            <a:endParaRPr b="1" i="0" sz="27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